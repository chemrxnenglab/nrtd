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63" r:id="rId3"/>
    <p:sldId id="276" r:id="rId4"/>
    <p:sldId id="277" r:id="rId5"/>
    <p:sldId id="278" r:id="rId6"/>
    <p:sldId id="264" r:id="rId7"/>
    <p:sldId id="266" r:id="rId8"/>
    <p:sldId id="265" r:id="rId9"/>
    <p:sldId id="257" r:id="rId10"/>
    <p:sldId id="268" r:id="rId11"/>
    <p:sldId id="269" r:id="rId12"/>
    <p:sldId id="271" r:id="rId13"/>
    <p:sldId id="273" r:id="rId14"/>
    <p:sldId id="272" r:id="rId15"/>
    <p:sldId id="259" r:id="rId16"/>
    <p:sldId id="260" r:id="rId17"/>
    <p:sldId id="261" r:id="rId18"/>
    <p:sldId id="262" r:id="rId19"/>
    <p:sldId id="267" r:id="rId20"/>
    <p:sldId id="274" r:id="rId21"/>
    <p:sldId id="258" r:id="rId22"/>
    <p:sldId id="270" r:id="rId23"/>
    <p:sldId id="275" r:id="rId24"/>
    <p:sldId id="279" r:id="rId25"/>
    <p:sldId id="280" r:id="rId26"/>
    <p:sldId id="281" r:id="rId27"/>
    <p:sldId id="282" r:id="rId28"/>
    <p:sldId id="283" r:id="rId29"/>
  </p:sldIdLst>
  <p:sldSz cx="12192000" cy="6858000"/>
  <p:notesSz cx="6797675" cy="985678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6D07"/>
    <a:srgbClr val="575756"/>
    <a:srgbClr val="FFFFFF"/>
    <a:srgbClr val="333333"/>
    <a:srgbClr val="E6E6E6"/>
    <a:srgbClr val="BD6005"/>
    <a:srgbClr val="00B050"/>
    <a:srgbClr val="8C1C00"/>
    <a:srgbClr val="006600"/>
    <a:srgbClr val="7D9A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0708" autoAdjust="0"/>
    <p:restoredTop sz="95703" autoAdjust="0"/>
  </p:normalViewPr>
  <p:slideViewPr>
    <p:cSldViewPr>
      <p:cViewPr>
        <p:scale>
          <a:sx n="162" d="100"/>
          <a:sy n="162" d="100"/>
        </p:scale>
        <p:origin x="-904" y="-3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283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283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2D906-12E9-42EA-8A02-A1A7582BC19D}" type="datetimeFigureOut">
              <a:rPr lang="de-DE" smtClean="0"/>
              <a:t>11.05.24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39775"/>
            <a:ext cx="6569075" cy="36957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681974"/>
            <a:ext cx="5438140" cy="443555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362238"/>
            <a:ext cx="2945659" cy="4928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362238"/>
            <a:ext cx="2945659" cy="4928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63BD42-9C78-4E0C-AEAC-2DC2060B56D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396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tiff"/><Relationship Id="rId10" Type="http://schemas.openxmlformats.org/officeDocument/2006/relationships/image" Target="../media/image8.emf"/><Relationship Id="rId4" Type="http://schemas.openxmlformats.org/officeDocument/2006/relationships/image" Target="../media/image2.png"/><Relationship Id="rId9" Type="http://schemas.openxmlformats.org/officeDocument/2006/relationships/image" Target="../media/image7.tiff"/><Relationship Id="rId14" Type="http://schemas.openxmlformats.org/officeDocument/2006/relationships/image" Target="../media/image1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663952" y="1133999"/>
            <a:ext cx="6528048" cy="3332800"/>
          </a:xfrm>
        </p:spPr>
        <p:txBody>
          <a:bodyPr anchor="ctr"/>
          <a:lstStyle>
            <a:lvl1pPr>
              <a:defRPr lang="de-DE" sz="2800" kern="1200">
                <a:solidFill>
                  <a:srgbClr val="DF6D07"/>
                </a:solidFill>
                <a:latin typeface="Arial" charset="0"/>
                <a:ea typeface="ＭＳ Ｐゴシック" charset="0"/>
                <a:cs typeface="+mn-cs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663952" y="4493853"/>
            <a:ext cx="6528048" cy="1440000"/>
          </a:xfrm>
        </p:spPr>
        <p:txBody>
          <a:bodyPr anchor="ctr">
            <a:normAutofit/>
          </a:bodyPr>
          <a:lstStyle>
            <a:lvl1pPr marL="0" indent="0" algn="ctr">
              <a:buNone/>
              <a:defRPr lang="de-DE" sz="2000" kern="1200" smtClean="0">
                <a:solidFill>
                  <a:srgbClr val="575756"/>
                </a:solidFill>
                <a:latin typeface="Arial" charset="0"/>
                <a:ea typeface="ＭＳ Ｐゴシック" charset="0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7938A86B-3E09-4560-BF95-5ACF3C5FEC9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8248" y="54000"/>
            <a:ext cx="3804035" cy="1080000"/>
          </a:xfrm>
          <a:prstGeom prst="rect">
            <a:avLst/>
          </a:prstGeom>
        </p:spPr>
      </p:pic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B1ED4453-6D94-47FE-91F1-82B7443D8BC5}"/>
              </a:ext>
            </a:extLst>
          </p:cNvPr>
          <p:cNvGrpSpPr/>
          <p:nvPr userDrawn="1"/>
        </p:nvGrpSpPr>
        <p:grpSpPr>
          <a:xfrm>
            <a:off x="0" y="3947414"/>
            <a:ext cx="5663952" cy="1929858"/>
            <a:chOff x="0" y="4950000"/>
            <a:chExt cx="5663952" cy="1929858"/>
          </a:xfrm>
        </p:grpSpPr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A63DA0AD-E536-428B-959F-0EF52B3BB110}"/>
                </a:ext>
              </a:extLst>
            </p:cNvPr>
            <p:cNvSpPr/>
            <p:nvPr userDrawn="1"/>
          </p:nvSpPr>
          <p:spPr>
            <a:xfrm>
              <a:off x="0" y="4950000"/>
              <a:ext cx="5663952" cy="540000"/>
            </a:xfrm>
            <a:prstGeom prst="rect">
              <a:avLst/>
            </a:prstGeom>
            <a:solidFill>
              <a:srgbClr val="5757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multi-phase reactions &amp; reactors</a:t>
              </a:r>
            </a:p>
          </p:txBody>
        </p:sp>
        <p:pic>
          <p:nvPicPr>
            <p:cNvPr id="21" name="Grafik 20">
              <a:extLst>
                <a:ext uri="{FF2B5EF4-FFF2-40B4-BE49-F238E27FC236}">
                  <a16:creationId xmlns:a16="http://schemas.microsoft.com/office/drawing/2014/main" id="{46AC0206-E656-4BAD-9CEA-7021AF68EFF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489999"/>
              <a:ext cx="3145630" cy="1368001"/>
            </a:xfrm>
            <a:prstGeom prst="rect">
              <a:avLst/>
            </a:prstGeom>
          </p:spPr>
        </p:pic>
        <p:pic>
          <p:nvPicPr>
            <p:cNvPr id="23" name="Grafik 22">
              <a:extLst>
                <a:ext uri="{FF2B5EF4-FFF2-40B4-BE49-F238E27FC236}">
                  <a16:creationId xmlns:a16="http://schemas.microsoft.com/office/drawing/2014/main" id="{A1B1F893-6F0B-43EB-B4FA-3EBF7B4F2A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082787" y="5490000"/>
              <a:ext cx="2581165" cy="1389858"/>
            </a:xfrm>
            <a:prstGeom prst="rect">
              <a:avLst/>
            </a:prstGeom>
          </p:spPr>
        </p:pic>
      </p:grp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537F7BF5-7E60-40E7-9FF3-9161852A5F08}"/>
              </a:ext>
            </a:extLst>
          </p:cNvPr>
          <p:cNvGrpSpPr/>
          <p:nvPr userDrawn="1"/>
        </p:nvGrpSpPr>
        <p:grpSpPr>
          <a:xfrm>
            <a:off x="0" y="-4148"/>
            <a:ext cx="5663952" cy="1929858"/>
            <a:chOff x="0" y="1134000"/>
            <a:chExt cx="5663952" cy="1929858"/>
          </a:xfrm>
        </p:grpSpPr>
        <p:pic>
          <p:nvPicPr>
            <p:cNvPr id="32" name="Grafik 31" descr="Ein Bild, das Essen enthält.&#10;&#10;Automatisch generierte Beschreibung">
              <a:extLst>
                <a:ext uri="{FF2B5EF4-FFF2-40B4-BE49-F238E27FC236}">
                  <a16:creationId xmlns:a16="http://schemas.microsoft.com/office/drawing/2014/main" id="{98C24E7E-85D2-4352-A382-CF78CC2C7D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173" t="13580" r="21356" b="17998"/>
            <a:stretch/>
          </p:blipFill>
          <p:spPr>
            <a:xfrm>
              <a:off x="1518782" y="1665514"/>
              <a:ext cx="1389857" cy="1389857"/>
            </a:xfrm>
            <a:prstGeom prst="rect">
              <a:avLst/>
            </a:prstGeom>
          </p:spPr>
        </p:pic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EFD4168-01B7-46E4-A6FE-1409051501AB}"/>
                </a:ext>
              </a:extLst>
            </p:cNvPr>
            <p:cNvSpPr/>
            <p:nvPr userDrawn="1"/>
          </p:nvSpPr>
          <p:spPr>
            <a:xfrm>
              <a:off x="0" y="1134000"/>
              <a:ext cx="5663952" cy="540000"/>
            </a:xfrm>
            <a:prstGeom prst="rect">
              <a:avLst/>
            </a:prstGeom>
            <a:solidFill>
              <a:srgbClr val="5757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0" noProof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nanostructured, bi-functional catalysts</a:t>
              </a:r>
            </a:p>
          </p:txBody>
        </p:sp>
        <p:pic>
          <p:nvPicPr>
            <p:cNvPr id="24" name="Grafik 23">
              <a:extLst>
                <a:ext uri="{FF2B5EF4-FFF2-40B4-BE49-F238E27FC236}">
                  <a16:creationId xmlns:a16="http://schemas.microsoft.com/office/drawing/2014/main" id="{E84DDBC3-7915-453A-9721-5D7E1362EF3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7"/>
            <a:srcRect l="2291" t="1484" r="2291" b="2744"/>
            <a:stretch/>
          </p:blipFill>
          <p:spPr>
            <a:xfrm>
              <a:off x="1379" y="1674000"/>
              <a:ext cx="1597210" cy="1384249"/>
            </a:xfrm>
            <a:prstGeom prst="rect">
              <a:avLst/>
            </a:prstGeom>
          </p:spPr>
        </p:pic>
        <p:pic>
          <p:nvPicPr>
            <p:cNvPr id="30" name="Grafik 29">
              <a:extLst>
                <a:ext uri="{FF2B5EF4-FFF2-40B4-BE49-F238E27FC236}">
                  <a16:creationId xmlns:a16="http://schemas.microsoft.com/office/drawing/2014/main" id="{CD88957F-9011-4DD3-804F-C8064FC2BFC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8"/>
            <a:srcRect l="2469" t="2332" r="2469" b="4979"/>
            <a:stretch/>
          </p:blipFill>
          <p:spPr>
            <a:xfrm>
              <a:off x="4081952" y="1679609"/>
              <a:ext cx="1581999" cy="1384249"/>
            </a:xfrm>
            <a:prstGeom prst="rect">
              <a:avLst/>
            </a:prstGeom>
          </p:spPr>
        </p:pic>
        <p:pic>
          <p:nvPicPr>
            <p:cNvPr id="33" name="Grafik 32" descr="Ein Bild, das Schrank enthält.&#10;&#10;Automatisch generierte Beschreibung">
              <a:extLst>
                <a:ext uri="{FF2B5EF4-FFF2-40B4-BE49-F238E27FC236}">
                  <a16:creationId xmlns:a16="http://schemas.microsoft.com/office/drawing/2014/main" id="{40E5B97F-B135-4CBE-B7FD-19C1979790C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24401" y="1676618"/>
              <a:ext cx="1257549" cy="1381631"/>
            </a:xfrm>
            <a:prstGeom prst="rect">
              <a:avLst/>
            </a:prstGeom>
          </p:spPr>
        </p:pic>
      </p:grp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76AD956C-3F8B-4D2F-9EB6-3ACA924B76A7}"/>
              </a:ext>
            </a:extLst>
          </p:cNvPr>
          <p:cNvGrpSpPr/>
          <p:nvPr userDrawn="1"/>
        </p:nvGrpSpPr>
        <p:grpSpPr>
          <a:xfrm>
            <a:off x="-1" y="1988840"/>
            <a:ext cx="5663953" cy="1897071"/>
            <a:chOff x="-1" y="3063858"/>
            <a:chExt cx="5663953" cy="1897071"/>
          </a:xfrm>
        </p:grpSpPr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1613DFCC-B54F-47FA-88AC-803735AE6E53}"/>
                </a:ext>
              </a:extLst>
            </p:cNvPr>
            <p:cNvSpPr/>
            <p:nvPr userDrawn="1"/>
          </p:nvSpPr>
          <p:spPr>
            <a:xfrm>
              <a:off x="0" y="3063858"/>
              <a:ext cx="5663952" cy="540000"/>
            </a:xfrm>
            <a:prstGeom prst="rect">
              <a:avLst/>
            </a:prstGeom>
            <a:solidFill>
              <a:srgbClr val="5757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dynamic reactor operation</a:t>
              </a:r>
            </a:p>
          </p:txBody>
        </p:sp>
        <p:pic>
          <p:nvPicPr>
            <p:cNvPr id="35" name="Grafik 34">
              <a:extLst>
                <a:ext uri="{FF2B5EF4-FFF2-40B4-BE49-F238E27FC236}">
                  <a16:creationId xmlns:a16="http://schemas.microsoft.com/office/drawing/2014/main" id="{FBDDA22F-D654-4537-8713-E4FD5969307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4322889" y="3610929"/>
              <a:ext cx="1341062" cy="1332000"/>
            </a:xfrm>
            <a:prstGeom prst="rect">
              <a:avLst/>
            </a:prstGeom>
          </p:spPr>
        </p:pic>
        <p:pic>
          <p:nvPicPr>
            <p:cNvPr id="54" name="Grafik 53">
              <a:extLst>
                <a:ext uri="{FF2B5EF4-FFF2-40B4-BE49-F238E27FC236}">
                  <a16:creationId xmlns:a16="http://schemas.microsoft.com/office/drawing/2014/main" id="{AFD360D7-B06A-4A7E-80C4-F91DCCC8077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1"/>
            <a:srcRect t="9371" b="6808"/>
            <a:stretch/>
          </p:blipFill>
          <p:spPr>
            <a:xfrm>
              <a:off x="1391894" y="3608223"/>
              <a:ext cx="1780388" cy="1319919"/>
            </a:xfrm>
            <a:prstGeom prst="rect">
              <a:avLst/>
            </a:prstGeom>
          </p:spPr>
        </p:pic>
        <p:pic>
          <p:nvPicPr>
            <p:cNvPr id="55" name="Grafik 54">
              <a:extLst>
                <a:ext uri="{FF2B5EF4-FFF2-40B4-BE49-F238E27FC236}">
                  <a16:creationId xmlns:a16="http://schemas.microsoft.com/office/drawing/2014/main" id="{EA539917-AF59-4973-8F95-0FA488F45F2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400" t="10502" r="6668" b="28620"/>
            <a:stretch/>
          </p:blipFill>
          <p:spPr>
            <a:xfrm>
              <a:off x="3323378" y="3592929"/>
              <a:ext cx="896586" cy="1368000"/>
            </a:xfrm>
            <a:prstGeom prst="rect">
              <a:avLst/>
            </a:prstGeom>
          </p:spPr>
        </p:pic>
        <p:pic>
          <p:nvPicPr>
            <p:cNvPr id="56" name="Grafik 55">
              <a:extLst>
                <a:ext uri="{FF2B5EF4-FFF2-40B4-BE49-F238E27FC236}">
                  <a16:creationId xmlns:a16="http://schemas.microsoft.com/office/drawing/2014/main" id="{7B073412-E121-4EB9-A73B-8AC753EB836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" y="3610929"/>
              <a:ext cx="1332000" cy="1332000"/>
            </a:xfrm>
            <a:prstGeom prst="rect">
              <a:avLst/>
            </a:prstGeom>
          </p:spPr>
        </p:pic>
        <p:pic>
          <p:nvPicPr>
            <p:cNvPr id="57" name="Grafik 56">
              <a:extLst>
                <a:ext uri="{FF2B5EF4-FFF2-40B4-BE49-F238E27FC236}">
                  <a16:creationId xmlns:a16="http://schemas.microsoft.com/office/drawing/2014/main" id="{3AB5D57D-DAB7-4ED2-AE96-BC2918DA35F5}"/>
                </a:ext>
              </a:extLst>
            </p:cNvPr>
            <p:cNvPicPr>
              <a:picLocks noChangeAspect="1"/>
            </p:cNvPicPr>
            <p:nvPr userDrawn="1">
              <p:custDataLst>
                <p:tags r:id="rId1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1689" y="3660441"/>
              <a:ext cx="2880000" cy="410992"/>
            </a:xfrm>
            <a:prstGeom prst="rect">
              <a:avLst/>
            </a:prstGeom>
            <a:solidFill>
              <a:schemeClr val="bg1">
                <a:alpha val="85000"/>
              </a:schemeClr>
            </a:solidFill>
          </p:spPr>
        </p:pic>
      </p:grpSp>
      <p:sp>
        <p:nvSpPr>
          <p:cNvPr id="7" name="Rechteck 6">
            <a:extLst>
              <a:ext uri="{FF2B5EF4-FFF2-40B4-BE49-F238E27FC236}">
                <a16:creationId xmlns:a16="http://schemas.microsoft.com/office/drawing/2014/main" id="{D2DACA63-E712-4A97-948C-A159116D5958}"/>
              </a:ext>
            </a:extLst>
          </p:cNvPr>
          <p:cNvSpPr/>
          <p:nvPr userDrawn="1"/>
        </p:nvSpPr>
        <p:spPr>
          <a:xfrm>
            <a:off x="0" y="5960907"/>
            <a:ext cx="12192001" cy="900000"/>
          </a:xfrm>
          <a:prstGeom prst="rect">
            <a:avLst/>
          </a:prstGeom>
          <a:solidFill>
            <a:srgbClr val="5757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Research Internship           | Institute of Chemical Engineering | Ulm University</a:t>
            </a:r>
          </a:p>
        </p:txBody>
      </p:sp>
    </p:spTree>
    <p:extLst>
      <p:ext uri="{BB962C8B-B14F-4D97-AF65-F5344CB8AC3E}">
        <p14:creationId xmlns:p14="http://schemas.microsoft.com/office/powerpoint/2010/main" val="940428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rgbClr val="DF6D07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DF6D07"/>
              </a:buClr>
              <a:defRPr/>
            </a:lvl1pPr>
            <a:lvl2pPr>
              <a:buClr>
                <a:srgbClr val="DF6D07"/>
              </a:buClr>
              <a:defRPr/>
            </a:lvl2pPr>
            <a:lvl3pPr>
              <a:buClr>
                <a:srgbClr val="DF6D07"/>
              </a:buClr>
              <a:defRPr/>
            </a:lvl3pPr>
            <a:lvl4pPr>
              <a:buClr>
                <a:srgbClr val="DF6D07"/>
              </a:buClr>
              <a:defRPr/>
            </a:lvl4pPr>
            <a:lvl5pPr>
              <a:buClr>
                <a:srgbClr val="DF6D07"/>
              </a:buClr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Line 20"/>
          <p:cNvSpPr>
            <a:spLocks noChangeShapeType="1"/>
          </p:cNvSpPr>
          <p:nvPr userDrawn="1"/>
        </p:nvSpPr>
        <p:spPr bwMode="auto">
          <a:xfrm>
            <a:off x="0" y="182563"/>
            <a:ext cx="11268000" cy="0"/>
          </a:xfrm>
          <a:prstGeom prst="line">
            <a:avLst/>
          </a:prstGeom>
          <a:noFill/>
          <a:ln w="9525">
            <a:solidFill>
              <a:srgbClr val="DF6D0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 sz="1800"/>
          </a:p>
        </p:txBody>
      </p:sp>
      <p:sp>
        <p:nvSpPr>
          <p:cNvPr id="8" name="Rectangle 24"/>
          <p:cNvSpPr>
            <a:spLocks noChangeArrowheads="1"/>
          </p:cNvSpPr>
          <p:nvPr userDrawn="1"/>
        </p:nvSpPr>
        <p:spPr bwMode="auto">
          <a:xfrm>
            <a:off x="0" y="179389"/>
            <a:ext cx="958851" cy="179387"/>
          </a:xfrm>
          <a:prstGeom prst="rect">
            <a:avLst/>
          </a:prstGeom>
          <a:solidFill>
            <a:srgbClr val="DF6D07"/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endParaRPr lang="de-DE" sz="1800">
              <a:solidFill>
                <a:srgbClr val="BD4505"/>
              </a:solidFill>
              <a:latin typeface="Times" charset="0"/>
            </a:endParaRPr>
          </a:p>
        </p:txBody>
      </p:sp>
      <p:sp>
        <p:nvSpPr>
          <p:cNvPr id="9" name="Text Box 23"/>
          <p:cNvSpPr txBox="1">
            <a:spLocks noChangeArrowheads="1"/>
          </p:cNvSpPr>
          <p:nvPr userDrawn="1"/>
        </p:nvSpPr>
        <p:spPr bwMode="auto">
          <a:xfrm>
            <a:off x="1008511" y="200038"/>
            <a:ext cx="804968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sz="1000" noProof="0" dirty="0">
                <a:solidFill>
                  <a:srgbClr val="DF6D07"/>
                </a:solidFill>
              </a:rPr>
              <a:t>Research Internship| Institute of Chemical Engineering</a:t>
            </a:r>
            <a:endParaRPr lang="en-US" sz="1000" b="1" noProof="0" dirty="0">
              <a:solidFill>
                <a:srgbClr val="DF6D07"/>
              </a:solidFill>
            </a:endParaRPr>
          </a:p>
        </p:txBody>
      </p:sp>
      <p:sp>
        <p:nvSpPr>
          <p:cNvPr id="10" name="Text Box 25"/>
          <p:cNvSpPr txBox="1">
            <a:spLocks noChangeArrowheads="1"/>
          </p:cNvSpPr>
          <p:nvPr userDrawn="1"/>
        </p:nvSpPr>
        <p:spPr bwMode="auto">
          <a:xfrm>
            <a:off x="239184" y="192088"/>
            <a:ext cx="753533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de-DE" sz="1000" dirty="0">
                <a:solidFill>
                  <a:schemeClr val="bg1"/>
                </a:solidFill>
              </a:rPr>
              <a:t>Slide </a:t>
            </a:r>
            <a:fld id="{72B15E79-9594-554D-993D-A2428A8EC461}" type="slidenum">
              <a:rPr lang="de-DE" sz="1000">
                <a:solidFill>
                  <a:schemeClr val="bg1"/>
                </a:solidFill>
              </a:rPr>
              <a:pPr>
                <a:spcBef>
                  <a:spcPct val="50000"/>
                </a:spcBef>
              </a:pPr>
              <a:t>‹#›</a:t>
            </a:fld>
            <a:endParaRPr lang="de-DE" sz="1000" dirty="0">
              <a:solidFill>
                <a:schemeClr val="bg1"/>
              </a:solidFill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77B78706-6FB0-41BA-A68C-672E2B168A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2000" y="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3253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2716669"/>
            <a:ext cx="12192000" cy="1440160"/>
          </a:xfrm>
        </p:spPr>
        <p:txBody>
          <a:bodyPr anchor="ctr"/>
          <a:lstStyle>
            <a:lvl1pPr algn="ctr">
              <a:defRPr sz="2800">
                <a:solidFill>
                  <a:srgbClr val="DF6D07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7" name="Line 20"/>
          <p:cNvSpPr>
            <a:spLocks noChangeShapeType="1"/>
          </p:cNvSpPr>
          <p:nvPr userDrawn="1"/>
        </p:nvSpPr>
        <p:spPr bwMode="auto">
          <a:xfrm>
            <a:off x="0" y="182563"/>
            <a:ext cx="11268000" cy="0"/>
          </a:xfrm>
          <a:prstGeom prst="line">
            <a:avLst/>
          </a:prstGeom>
          <a:noFill/>
          <a:ln w="9525">
            <a:solidFill>
              <a:srgbClr val="DF6D0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 sz="1800"/>
          </a:p>
        </p:txBody>
      </p:sp>
      <p:sp>
        <p:nvSpPr>
          <p:cNvPr id="8" name="Rectangle 24"/>
          <p:cNvSpPr>
            <a:spLocks noChangeArrowheads="1"/>
          </p:cNvSpPr>
          <p:nvPr userDrawn="1"/>
        </p:nvSpPr>
        <p:spPr bwMode="auto">
          <a:xfrm>
            <a:off x="0" y="179389"/>
            <a:ext cx="958851" cy="179387"/>
          </a:xfrm>
          <a:prstGeom prst="rect">
            <a:avLst/>
          </a:prstGeom>
          <a:solidFill>
            <a:srgbClr val="DF6D07"/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endParaRPr lang="de-DE" sz="1800">
              <a:solidFill>
                <a:srgbClr val="BD4505"/>
              </a:solidFill>
              <a:latin typeface="Times" charset="0"/>
            </a:endParaRPr>
          </a:p>
        </p:txBody>
      </p:sp>
      <p:sp>
        <p:nvSpPr>
          <p:cNvPr id="10" name="Text Box 25"/>
          <p:cNvSpPr txBox="1">
            <a:spLocks noChangeArrowheads="1"/>
          </p:cNvSpPr>
          <p:nvPr userDrawn="1"/>
        </p:nvSpPr>
        <p:spPr bwMode="auto">
          <a:xfrm>
            <a:off x="239184" y="192088"/>
            <a:ext cx="753533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de-DE" sz="1000" dirty="0">
                <a:solidFill>
                  <a:schemeClr val="bg1"/>
                </a:solidFill>
              </a:rPr>
              <a:t>Slide </a:t>
            </a:r>
            <a:fld id="{72B15E79-9594-554D-993D-A2428A8EC461}" type="slidenum">
              <a:rPr lang="de-DE" sz="1000">
                <a:solidFill>
                  <a:schemeClr val="bg1"/>
                </a:solidFill>
              </a:rPr>
              <a:pPr>
                <a:spcBef>
                  <a:spcPct val="50000"/>
                </a:spcBef>
              </a:pPr>
              <a:t>‹#›</a:t>
            </a:fld>
            <a:endParaRPr lang="de-DE" sz="1000" dirty="0">
              <a:solidFill>
                <a:schemeClr val="bg1"/>
              </a:solidFill>
            </a:endParaRP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40C7FA73-13A2-46CB-B457-48AF3A5E01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2000" y="0"/>
            <a:ext cx="1080000" cy="1080000"/>
          </a:xfrm>
          <a:prstGeom prst="rect">
            <a:avLst/>
          </a:prstGeom>
        </p:spPr>
      </p:pic>
      <p:sp>
        <p:nvSpPr>
          <p:cNvPr id="3" name="Text Box 23">
            <a:extLst>
              <a:ext uri="{FF2B5EF4-FFF2-40B4-BE49-F238E27FC236}">
                <a16:creationId xmlns:a16="http://schemas.microsoft.com/office/drawing/2014/main" id="{7A858EB8-A51A-A777-4577-A61BAA1E4CF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008511" y="200038"/>
            <a:ext cx="804968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sz="1000" noProof="0" dirty="0">
                <a:solidFill>
                  <a:srgbClr val="DF6D07"/>
                </a:solidFill>
              </a:rPr>
              <a:t>Research Internship| Institute of Chemical Engineering</a:t>
            </a:r>
            <a:endParaRPr lang="en-US" sz="1000" b="1" noProof="0" dirty="0">
              <a:solidFill>
                <a:srgbClr val="DF6D0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24497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23392" y="476672"/>
            <a:ext cx="11568608" cy="57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l" fontAlgn="base">
              <a:spcAft>
                <a:spcPct val="0"/>
              </a:spcAft>
            </a:pPr>
            <a:r>
              <a:rPr lang="en-US" noProof="0" dirty="0" err="1"/>
              <a:t>Titelmasterformat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23392" y="1052672"/>
            <a:ext cx="11568608" cy="5398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dirty="0" err="1"/>
              <a:t>Textmasterformat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623390" y="6492876"/>
            <a:ext cx="115686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40333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lang="de-DE" sz="2400" b="0" kern="1200" dirty="0" smtClean="0">
          <a:solidFill>
            <a:srgbClr val="DF6D07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</p:titleStyle>
    <p:bodyStyle>
      <a:lvl1pPr marL="268288" indent="-268288" algn="l" defTabSz="914400" rtl="0" eaLnBrk="1" latinLnBrk="0" hangingPunct="1">
        <a:spcBef>
          <a:spcPct val="20000"/>
        </a:spcBef>
        <a:buClr>
          <a:srgbClr val="DF6D07"/>
        </a:buClr>
        <a:buFont typeface="Symbol" pitchFamily="18" charset="2"/>
        <a:buChar char="-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536575" indent="-268288" algn="l" defTabSz="914400" rtl="0" eaLnBrk="1" latinLnBrk="0" hangingPunct="1">
        <a:spcBef>
          <a:spcPct val="20000"/>
        </a:spcBef>
        <a:buClr>
          <a:srgbClr val="DF6D07"/>
        </a:buClr>
        <a:buFont typeface="Symbol" pitchFamily="18" charset="2"/>
        <a:buChar char="-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DF6D07"/>
        </a:buClr>
        <a:buFont typeface="Symbol" pitchFamily="18" charset="2"/>
        <a:buChar char="-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DF6D07"/>
        </a:buClr>
        <a:buFont typeface="Symbol" pitchFamily="18" charset="2"/>
        <a:buChar char="-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DF6D07"/>
        </a:buClr>
        <a:buFont typeface="Symbol" pitchFamily="18" charset="2"/>
        <a:buChar char="-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ED1C8BB-0518-D83F-6A2C-148CFE7CA3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i="0" u="none" strike="noStrike" dirty="0">
                <a:solidFill>
                  <a:srgbClr val="0D0D0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Machine Learning Approach for Predicting Residence Time Distribution Functions In </a:t>
            </a:r>
            <a:r>
              <a:rPr lang="en-US" b="1" dirty="0">
                <a:solidFill>
                  <a:srgbClr val="0D0D0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b="1" i="0" u="none" strike="noStrike" dirty="0">
                <a:solidFill>
                  <a:srgbClr val="0D0D0D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Plug Flow Reactor</a:t>
            </a:r>
            <a:endParaRPr lang="en-TR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877D8655-5415-817F-6E86-03D0B820F1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TR" dirty="0"/>
              <a:t>Tuana Oyuncu</a:t>
            </a:r>
          </a:p>
        </p:txBody>
      </p:sp>
    </p:spTree>
    <p:extLst>
      <p:ext uri="{BB962C8B-B14F-4D97-AF65-F5344CB8AC3E}">
        <p14:creationId xmlns:p14="http://schemas.microsoft.com/office/powerpoint/2010/main" val="2346681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85C04-8ED5-A36E-AFAA-7BB9B8317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Experimental Set-up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41644B-12A9-6942-0584-D6329AFE34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2521" y="1844824"/>
            <a:ext cx="7330350" cy="3384376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ACCCD17C-3C77-7BFF-3AAA-7F64C784223D}"/>
              </a:ext>
            </a:extLst>
          </p:cNvPr>
          <p:cNvSpPr/>
          <p:nvPr/>
        </p:nvSpPr>
        <p:spPr>
          <a:xfrm>
            <a:off x="7968208" y="4581128"/>
            <a:ext cx="360040" cy="360040"/>
          </a:xfrm>
          <a:prstGeom prst="ellipse">
            <a:avLst/>
          </a:prstGeom>
          <a:solidFill>
            <a:srgbClr val="FFFF00"/>
          </a:solidFill>
          <a:ln>
            <a:solidFill>
              <a:srgbClr val="FFFF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TR" sz="1600" dirty="0"/>
              <a:t>1</a:t>
            </a:r>
            <a:endParaRPr lang="en-TR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7BD36BE-934B-34FC-3D17-1072C554BFD1}"/>
              </a:ext>
            </a:extLst>
          </p:cNvPr>
          <p:cNvSpPr/>
          <p:nvPr/>
        </p:nvSpPr>
        <p:spPr>
          <a:xfrm>
            <a:off x="6528048" y="4621420"/>
            <a:ext cx="360040" cy="360040"/>
          </a:xfrm>
          <a:prstGeom prst="ellipse">
            <a:avLst/>
          </a:prstGeom>
          <a:solidFill>
            <a:srgbClr val="FFFF00"/>
          </a:solidFill>
          <a:ln>
            <a:solidFill>
              <a:srgbClr val="FFFF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TR" sz="1600" dirty="0"/>
              <a:t>2</a:t>
            </a:r>
            <a:endParaRPr lang="en-TR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ED0E33F-57E7-7361-D87D-33FF4EAA1E60}"/>
              </a:ext>
            </a:extLst>
          </p:cNvPr>
          <p:cNvSpPr/>
          <p:nvPr/>
        </p:nvSpPr>
        <p:spPr>
          <a:xfrm>
            <a:off x="5915980" y="1916832"/>
            <a:ext cx="360040" cy="360040"/>
          </a:xfrm>
          <a:prstGeom prst="ellipse">
            <a:avLst/>
          </a:prstGeom>
          <a:solidFill>
            <a:srgbClr val="FFFF00"/>
          </a:solidFill>
          <a:ln>
            <a:solidFill>
              <a:srgbClr val="FFFF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TR" sz="1600" dirty="0"/>
              <a:t>3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53A2970-06D1-A1F1-8F88-867BAAFB2F5B}"/>
              </a:ext>
            </a:extLst>
          </p:cNvPr>
          <p:cNvSpPr/>
          <p:nvPr/>
        </p:nvSpPr>
        <p:spPr>
          <a:xfrm>
            <a:off x="3315038" y="4613609"/>
            <a:ext cx="360040" cy="360040"/>
          </a:xfrm>
          <a:prstGeom prst="ellipse">
            <a:avLst/>
          </a:prstGeom>
          <a:solidFill>
            <a:srgbClr val="FFFF00"/>
          </a:solidFill>
          <a:ln>
            <a:solidFill>
              <a:srgbClr val="FFFF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TR" sz="1600" dirty="0"/>
              <a:t>4</a:t>
            </a:r>
            <a:endParaRPr lang="en-TR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2254A07-2E8E-DEE5-35A7-840E72CEB840}"/>
              </a:ext>
            </a:extLst>
          </p:cNvPr>
          <p:cNvGrpSpPr/>
          <p:nvPr/>
        </p:nvGrpSpPr>
        <p:grpSpPr>
          <a:xfrm>
            <a:off x="2953659" y="719376"/>
            <a:ext cx="5683645" cy="5697085"/>
            <a:chOff x="2953659" y="719376"/>
            <a:chExt cx="5683645" cy="5697085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058AF8DF-BD8B-C4AE-3303-C26152BE3AF5}"/>
                </a:ext>
              </a:extLst>
            </p:cNvPr>
            <p:cNvCxnSpPr>
              <a:stCxn id="12" idx="4"/>
            </p:cNvCxnSpPr>
            <p:nvPr/>
          </p:nvCxnSpPr>
          <p:spPr>
            <a:xfrm>
              <a:off x="8148228" y="4941168"/>
              <a:ext cx="0" cy="79208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984D5E0-A91A-2A70-CE73-CB4A37599970}"/>
                </a:ext>
              </a:extLst>
            </p:cNvPr>
            <p:cNvSpPr txBox="1"/>
            <p:nvPr/>
          </p:nvSpPr>
          <p:spPr>
            <a:xfrm>
              <a:off x="7659151" y="5770130"/>
              <a:ext cx="97815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TR" dirty="0"/>
                <a:t>RTD 1</a:t>
              </a:r>
              <a:br>
                <a:rPr lang="en-TR" dirty="0"/>
              </a:br>
              <a:r>
                <a:rPr lang="en-TR" dirty="0"/>
                <a:t>(old MS)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6FB9013-5BDE-77CA-BF6C-10BFF4C0B6E6}"/>
                </a:ext>
              </a:extLst>
            </p:cNvPr>
            <p:cNvSpPr txBox="1"/>
            <p:nvPr/>
          </p:nvSpPr>
          <p:spPr>
            <a:xfrm>
              <a:off x="6218991" y="5750796"/>
              <a:ext cx="97815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TR" dirty="0"/>
                <a:t>RTD 2</a:t>
              </a:r>
              <a:br>
                <a:rPr lang="en-TR" dirty="0"/>
              </a:br>
              <a:r>
                <a:rPr lang="en-TR" dirty="0"/>
                <a:t>(old MS)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F6A0714E-52B4-C5B8-B02D-E66163BC99DE}"/>
                </a:ext>
              </a:extLst>
            </p:cNvPr>
            <p:cNvCxnSpPr/>
            <p:nvPr/>
          </p:nvCxnSpPr>
          <p:spPr>
            <a:xfrm>
              <a:off x="6708067" y="4958708"/>
              <a:ext cx="0" cy="79208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A052AB9-4E55-E675-13C8-8D0B0E52AEE4}"/>
                </a:ext>
              </a:extLst>
            </p:cNvPr>
            <p:cNvSpPr txBox="1"/>
            <p:nvPr/>
          </p:nvSpPr>
          <p:spPr>
            <a:xfrm>
              <a:off x="5726117" y="719376"/>
              <a:ext cx="7322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TR" dirty="0"/>
                <a:t>RTD 3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C597FF04-18D7-EC0A-DA75-7BFFED9D81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2243" y="1124744"/>
              <a:ext cx="0" cy="79208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A404F3B9-C926-549F-A407-A0D25EF5EF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95058" y="3789040"/>
              <a:ext cx="0" cy="79208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3C28EEF-71F7-D8DD-4188-678850FBD3E8}"/>
                </a:ext>
              </a:extLst>
            </p:cNvPr>
            <p:cNvSpPr txBox="1"/>
            <p:nvPr/>
          </p:nvSpPr>
          <p:spPr>
            <a:xfrm>
              <a:off x="2953659" y="3130756"/>
              <a:ext cx="108279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TR" dirty="0"/>
                <a:t>RTD 4</a:t>
              </a:r>
            </a:p>
            <a:p>
              <a:pPr algn="ctr"/>
              <a:r>
                <a:rPr lang="en-TR" dirty="0"/>
                <a:t>(new MS)</a:t>
              </a:r>
            </a:p>
          </p:txBody>
        </p:sp>
      </p:grpSp>
      <p:pic>
        <p:nvPicPr>
          <p:cNvPr id="29" name="Graphic 28" descr="Checkmark">
            <a:extLst>
              <a:ext uri="{FF2B5EF4-FFF2-40B4-BE49-F238E27FC236}">
                <a16:creationId xmlns:a16="http://schemas.microsoft.com/office/drawing/2014/main" id="{1B7BCC73-B557-EB78-3832-1CD27B6A6D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9687" y="3727884"/>
            <a:ext cx="914400" cy="914400"/>
          </a:xfrm>
          <a:prstGeom prst="rect">
            <a:avLst/>
          </a:prstGeom>
        </p:spPr>
      </p:pic>
      <p:pic>
        <p:nvPicPr>
          <p:cNvPr id="30" name="Graphic 29" descr="Checkmark">
            <a:extLst>
              <a:ext uri="{FF2B5EF4-FFF2-40B4-BE49-F238E27FC236}">
                <a16:creationId xmlns:a16="http://schemas.microsoft.com/office/drawing/2014/main" id="{8826706F-EF32-2C4C-D1EC-2030AD94C0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23289" y="4824441"/>
            <a:ext cx="914400" cy="914400"/>
          </a:xfrm>
          <a:prstGeom prst="rect">
            <a:avLst/>
          </a:prstGeom>
        </p:spPr>
      </p:pic>
      <p:pic>
        <p:nvPicPr>
          <p:cNvPr id="31" name="Graphic 30" descr="Checkmark">
            <a:extLst>
              <a:ext uri="{FF2B5EF4-FFF2-40B4-BE49-F238E27FC236}">
                <a16:creationId xmlns:a16="http://schemas.microsoft.com/office/drawing/2014/main" id="{278FBCA7-669F-44A0-42F8-AD9D7E5659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7749" y="4761148"/>
            <a:ext cx="914400" cy="914400"/>
          </a:xfrm>
          <a:prstGeom prst="rect">
            <a:avLst/>
          </a:prstGeom>
        </p:spPr>
      </p:pic>
      <p:pic>
        <p:nvPicPr>
          <p:cNvPr id="33" name="Graphic 32" descr="Close">
            <a:extLst>
              <a:ext uri="{FF2B5EF4-FFF2-40B4-BE49-F238E27FC236}">
                <a16:creationId xmlns:a16="http://schemas.microsoft.com/office/drawing/2014/main" id="{312B1B05-BE6C-F99F-37F8-1522EB9E91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89572" y="1241938"/>
            <a:ext cx="605341" cy="605341"/>
          </a:xfrm>
          <a:prstGeom prst="rect">
            <a:avLst/>
          </a:prstGeom>
        </p:spPr>
      </p:pic>
      <p:sp>
        <p:nvSpPr>
          <p:cNvPr id="3" name="Left Arrow 2">
            <a:extLst>
              <a:ext uri="{FF2B5EF4-FFF2-40B4-BE49-F238E27FC236}">
                <a16:creationId xmlns:a16="http://schemas.microsoft.com/office/drawing/2014/main" id="{F7F25EA9-5DC3-DFFE-537C-1272F597AE44}"/>
              </a:ext>
            </a:extLst>
          </p:cNvPr>
          <p:cNvSpPr/>
          <p:nvPr/>
        </p:nvSpPr>
        <p:spPr>
          <a:xfrm>
            <a:off x="8983258" y="4769793"/>
            <a:ext cx="1096551" cy="63293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859711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5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D41644B-12A9-6942-0584-D6329AFE34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456" y="1916832"/>
            <a:ext cx="7330350" cy="3384376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ACCCD17C-3C77-7BFF-3AAA-7F64C784223D}"/>
              </a:ext>
            </a:extLst>
          </p:cNvPr>
          <p:cNvSpPr/>
          <p:nvPr/>
        </p:nvSpPr>
        <p:spPr>
          <a:xfrm>
            <a:off x="6425143" y="4653136"/>
            <a:ext cx="360040" cy="360040"/>
          </a:xfrm>
          <a:prstGeom prst="ellipse">
            <a:avLst/>
          </a:prstGeom>
          <a:solidFill>
            <a:srgbClr val="FFFF00"/>
          </a:solidFill>
          <a:ln>
            <a:solidFill>
              <a:srgbClr val="FFFF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TR" sz="1600" dirty="0"/>
              <a:t>1</a:t>
            </a:r>
            <a:endParaRPr lang="en-TR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7BD36BE-934B-34FC-3D17-1072C554BFD1}"/>
              </a:ext>
            </a:extLst>
          </p:cNvPr>
          <p:cNvSpPr/>
          <p:nvPr/>
        </p:nvSpPr>
        <p:spPr>
          <a:xfrm>
            <a:off x="4984983" y="4693428"/>
            <a:ext cx="360040" cy="360040"/>
          </a:xfrm>
          <a:prstGeom prst="ellipse">
            <a:avLst/>
          </a:prstGeom>
          <a:solidFill>
            <a:srgbClr val="FFFF00"/>
          </a:solidFill>
          <a:ln>
            <a:solidFill>
              <a:srgbClr val="FFFF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TR" sz="1600" dirty="0"/>
              <a:t>2</a:t>
            </a:r>
            <a:endParaRPr lang="en-TR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ED0E33F-57E7-7361-D87D-33FF4EAA1E60}"/>
              </a:ext>
            </a:extLst>
          </p:cNvPr>
          <p:cNvSpPr/>
          <p:nvPr/>
        </p:nvSpPr>
        <p:spPr>
          <a:xfrm>
            <a:off x="4372915" y="1988840"/>
            <a:ext cx="360040" cy="360040"/>
          </a:xfrm>
          <a:prstGeom prst="ellipse">
            <a:avLst/>
          </a:prstGeom>
          <a:solidFill>
            <a:srgbClr val="FFFF00"/>
          </a:solidFill>
          <a:ln>
            <a:solidFill>
              <a:srgbClr val="FFFF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TR" sz="1600" dirty="0"/>
              <a:t>3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53A2970-06D1-A1F1-8F88-867BAAFB2F5B}"/>
              </a:ext>
            </a:extLst>
          </p:cNvPr>
          <p:cNvSpPr/>
          <p:nvPr/>
        </p:nvSpPr>
        <p:spPr>
          <a:xfrm>
            <a:off x="1771973" y="4685617"/>
            <a:ext cx="360040" cy="360040"/>
          </a:xfrm>
          <a:prstGeom prst="ellipse">
            <a:avLst/>
          </a:prstGeom>
          <a:solidFill>
            <a:srgbClr val="FFFF00"/>
          </a:solidFill>
          <a:ln>
            <a:solidFill>
              <a:srgbClr val="FFFF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TR" sz="1600" dirty="0"/>
              <a:t>4</a:t>
            </a:r>
            <a:endParaRPr lang="en-TR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58AF8DF-BD8B-C4AE-3303-C26152BE3AF5}"/>
              </a:ext>
            </a:extLst>
          </p:cNvPr>
          <p:cNvCxnSpPr>
            <a:cxnSpLocks/>
            <a:stCxn id="12" idx="4"/>
          </p:cNvCxnSpPr>
          <p:nvPr/>
        </p:nvCxnSpPr>
        <p:spPr>
          <a:xfrm>
            <a:off x="6605163" y="5013176"/>
            <a:ext cx="0" cy="7920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984D5E0-A91A-2A70-CE73-CB4A37599970}"/>
              </a:ext>
            </a:extLst>
          </p:cNvPr>
          <p:cNvSpPr txBox="1"/>
          <p:nvPr/>
        </p:nvSpPr>
        <p:spPr>
          <a:xfrm>
            <a:off x="6239036" y="5842138"/>
            <a:ext cx="732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TR" dirty="0"/>
              <a:t>RTD 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6FB9013-5BDE-77CA-BF6C-10BFF4C0B6E6}"/>
              </a:ext>
            </a:extLst>
          </p:cNvPr>
          <p:cNvSpPr txBox="1"/>
          <p:nvPr/>
        </p:nvSpPr>
        <p:spPr>
          <a:xfrm>
            <a:off x="4798876" y="5822804"/>
            <a:ext cx="732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TR" dirty="0"/>
              <a:t>RTD 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A052AB9-4E55-E675-13C8-8D0B0E52AEE4}"/>
              </a:ext>
            </a:extLst>
          </p:cNvPr>
          <p:cNvSpPr txBox="1"/>
          <p:nvPr/>
        </p:nvSpPr>
        <p:spPr>
          <a:xfrm>
            <a:off x="4183052" y="791384"/>
            <a:ext cx="732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TR" dirty="0"/>
              <a:t>RTD 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C28EEF-71F7-D8DD-4188-678850FBD3E8}"/>
              </a:ext>
            </a:extLst>
          </p:cNvPr>
          <p:cNvSpPr txBox="1"/>
          <p:nvPr/>
        </p:nvSpPr>
        <p:spPr>
          <a:xfrm>
            <a:off x="1585866" y="3202764"/>
            <a:ext cx="732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TR" dirty="0"/>
              <a:t>RTD 4</a:t>
            </a:r>
          </a:p>
        </p:txBody>
      </p:sp>
      <p:sp>
        <p:nvSpPr>
          <p:cNvPr id="3" name="Left Arrow 2">
            <a:extLst>
              <a:ext uri="{FF2B5EF4-FFF2-40B4-BE49-F238E27FC236}">
                <a16:creationId xmlns:a16="http://schemas.microsoft.com/office/drawing/2014/main" id="{F7F25EA9-5DC3-DFFE-537C-1272F597AE44}"/>
              </a:ext>
            </a:extLst>
          </p:cNvPr>
          <p:cNvSpPr/>
          <p:nvPr/>
        </p:nvSpPr>
        <p:spPr>
          <a:xfrm>
            <a:off x="7440193" y="4841801"/>
            <a:ext cx="1096551" cy="63293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141867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5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59" name="Elbow Connector 1058">
            <a:extLst>
              <a:ext uri="{FF2B5EF4-FFF2-40B4-BE49-F238E27FC236}">
                <a16:creationId xmlns:a16="http://schemas.microsoft.com/office/drawing/2014/main" id="{7F5EBFC7-82D3-FA30-4182-1F0CAF5CA22B}"/>
              </a:ext>
            </a:extLst>
          </p:cNvPr>
          <p:cNvCxnSpPr>
            <a:cxnSpLocks/>
          </p:cNvCxnSpPr>
          <p:nvPr/>
        </p:nvCxnSpPr>
        <p:spPr>
          <a:xfrm>
            <a:off x="2711624" y="3212933"/>
            <a:ext cx="2573639" cy="1733460"/>
          </a:xfrm>
          <a:prstGeom prst="bentConnector2">
            <a:avLst/>
          </a:prstGeom>
          <a:ln>
            <a:solidFill>
              <a:srgbClr val="DF6D07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7" name="Elbow Connector 1076">
            <a:extLst>
              <a:ext uri="{FF2B5EF4-FFF2-40B4-BE49-F238E27FC236}">
                <a16:creationId xmlns:a16="http://schemas.microsoft.com/office/drawing/2014/main" id="{32A3BCDB-BED3-0441-1669-54305C0E8CDA}"/>
              </a:ext>
            </a:extLst>
          </p:cNvPr>
          <p:cNvCxnSpPr>
            <a:cxnSpLocks/>
          </p:cNvCxnSpPr>
          <p:nvPr/>
        </p:nvCxnSpPr>
        <p:spPr>
          <a:xfrm flipV="1">
            <a:off x="2646714" y="1523071"/>
            <a:ext cx="5558815" cy="1623535"/>
          </a:xfrm>
          <a:prstGeom prst="bentConnector3">
            <a:avLst>
              <a:gd name="adj1" fmla="val 45275"/>
            </a:avLst>
          </a:prstGeom>
          <a:ln>
            <a:solidFill>
              <a:srgbClr val="DF6D07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Can 20">
            <a:extLst>
              <a:ext uri="{FF2B5EF4-FFF2-40B4-BE49-F238E27FC236}">
                <a16:creationId xmlns:a16="http://schemas.microsoft.com/office/drawing/2014/main" id="{572F1F8B-3639-0CF6-FEDD-8EA0920CA354}"/>
              </a:ext>
            </a:extLst>
          </p:cNvPr>
          <p:cNvSpPr/>
          <p:nvPr/>
        </p:nvSpPr>
        <p:spPr>
          <a:xfrm rot="5400000">
            <a:off x="7140116" y="4617132"/>
            <a:ext cx="216024" cy="864096"/>
          </a:xfrm>
          <a:prstGeom prst="can">
            <a:avLst>
              <a:gd name="adj" fmla="val 58258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16CFAB0-FB69-87CF-2A09-6A9654996524}"/>
              </a:ext>
            </a:extLst>
          </p:cNvPr>
          <p:cNvCxnSpPr>
            <a:cxnSpLocks/>
          </p:cNvCxnSpPr>
          <p:nvPr/>
        </p:nvCxnSpPr>
        <p:spPr>
          <a:xfrm>
            <a:off x="5602339" y="5040231"/>
            <a:ext cx="1224000" cy="0"/>
          </a:xfrm>
          <a:prstGeom prst="line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an 5">
            <a:extLst>
              <a:ext uri="{FF2B5EF4-FFF2-40B4-BE49-F238E27FC236}">
                <a16:creationId xmlns:a16="http://schemas.microsoft.com/office/drawing/2014/main" id="{399B92B8-61D0-7F30-E822-E9BB35C346B5}"/>
              </a:ext>
            </a:extLst>
          </p:cNvPr>
          <p:cNvSpPr/>
          <p:nvPr/>
        </p:nvSpPr>
        <p:spPr>
          <a:xfrm rot="5400000">
            <a:off x="4265122" y="4651995"/>
            <a:ext cx="216024" cy="864096"/>
          </a:xfrm>
          <a:prstGeom prst="can">
            <a:avLst>
              <a:gd name="adj" fmla="val 58258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821E1DA-0C9B-D9E0-7738-1B0B05B79EC5}"/>
              </a:ext>
            </a:extLst>
          </p:cNvPr>
          <p:cNvCxnSpPr>
            <a:cxnSpLocks/>
          </p:cNvCxnSpPr>
          <p:nvPr/>
        </p:nvCxnSpPr>
        <p:spPr>
          <a:xfrm>
            <a:off x="2125035" y="5109043"/>
            <a:ext cx="1816051" cy="0"/>
          </a:xfrm>
          <a:prstGeom prst="line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9E6E7A3-182D-1733-848A-673F8B07E032}"/>
              </a:ext>
            </a:extLst>
          </p:cNvPr>
          <p:cNvGrpSpPr/>
          <p:nvPr/>
        </p:nvGrpSpPr>
        <p:grpSpPr>
          <a:xfrm>
            <a:off x="5602339" y="2418840"/>
            <a:ext cx="585226" cy="2780624"/>
            <a:chOff x="5006718" y="1412776"/>
            <a:chExt cx="792088" cy="3020210"/>
          </a:xfrm>
        </p:grpSpPr>
        <p:sp>
          <p:nvSpPr>
            <p:cNvPr id="8" name="Can 7">
              <a:extLst>
                <a:ext uri="{FF2B5EF4-FFF2-40B4-BE49-F238E27FC236}">
                  <a16:creationId xmlns:a16="http://schemas.microsoft.com/office/drawing/2014/main" id="{C627DFD1-DEE7-6FF6-DF5E-F6C518C3D8B5}"/>
                </a:ext>
              </a:extLst>
            </p:cNvPr>
            <p:cNvSpPr/>
            <p:nvPr/>
          </p:nvSpPr>
          <p:spPr>
            <a:xfrm>
              <a:off x="5252931" y="1529104"/>
              <a:ext cx="299662" cy="2664296"/>
            </a:xfrm>
            <a:prstGeom prst="can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2193614-6ECD-2168-DBCE-5607223DC6B1}"/>
                </a:ext>
              </a:extLst>
            </p:cNvPr>
            <p:cNvSpPr/>
            <p:nvPr/>
          </p:nvSpPr>
          <p:spPr>
            <a:xfrm>
              <a:off x="5006718" y="1412776"/>
              <a:ext cx="792088" cy="36004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113B03-E9F1-5013-4F31-7F45DC89932F}"/>
                </a:ext>
              </a:extLst>
            </p:cNvPr>
            <p:cNvSpPr/>
            <p:nvPr/>
          </p:nvSpPr>
          <p:spPr>
            <a:xfrm>
              <a:off x="5006718" y="4072946"/>
              <a:ext cx="792088" cy="36004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 dirty="0"/>
            </a:p>
          </p:txBody>
        </p:sp>
      </p:grp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95BAC46F-E8B8-D518-6E7A-33D504D09DF4}"/>
              </a:ext>
            </a:extLst>
          </p:cNvPr>
          <p:cNvCxnSpPr>
            <a:cxnSpLocks/>
          </p:cNvCxnSpPr>
          <p:nvPr/>
        </p:nvCxnSpPr>
        <p:spPr>
          <a:xfrm flipV="1">
            <a:off x="4832793" y="2401853"/>
            <a:ext cx="1089770" cy="2665203"/>
          </a:xfrm>
          <a:prstGeom prst="bentConnector4">
            <a:avLst>
              <a:gd name="adj1" fmla="val 53154"/>
              <a:gd name="adj2" fmla="val 108577"/>
            </a:avLst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38C92E5-2503-1D79-48BC-B9B7BA53E868}"/>
              </a:ext>
            </a:extLst>
          </p:cNvPr>
          <p:cNvCxnSpPr>
            <a:cxnSpLocks/>
          </p:cNvCxnSpPr>
          <p:nvPr/>
        </p:nvCxnSpPr>
        <p:spPr>
          <a:xfrm>
            <a:off x="7680176" y="5049180"/>
            <a:ext cx="1440160" cy="0"/>
          </a:xfrm>
          <a:prstGeom prst="line">
            <a:avLst/>
          </a:prstGeom>
          <a:ln w="158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C5150D1-A98B-A3F5-56D6-DFE4A5062586}"/>
              </a:ext>
            </a:extLst>
          </p:cNvPr>
          <p:cNvGrpSpPr/>
          <p:nvPr/>
        </p:nvGrpSpPr>
        <p:grpSpPr>
          <a:xfrm>
            <a:off x="2812030" y="5057823"/>
            <a:ext cx="256328" cy="102440"/>
            <a:chOff x="2423592" y="2996952"/>
            <a:chExt cx="337122" cy="123890"/>
          </a:xfrm>
        </p:grpSpPr>
        <p:sp>
          <p:nvSpPr>
            <p:cNvPr id="29" name="Triangle 28">
              <a:extLst>
                <a:ext uri="{FF2B5EF4-FFF2-40B4-BE49-F238E27FC236}">
                  <a16:creationId xmlns:a16="http://schemas.microsoft.com/office/drawing/2014/main" id="{E60277CA-A6AD-7084-F080-C9A00915724E}"/>
                </a:ext>
              </a:extLst>
            </p:cNvPr>
            <p:cNvSpPr/>
            <p:nvPr/>
          </p:nvSpPr>
          <p:spPr>
            <a:xfrm rot="16200000">
              <a:off x="2615074" y="2975202"/>
              <a:ext cx="123889" cy="167390"/>
            </a:xfrm>
            <a:prstGeom prst="triangle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  <p:sp>
          <p:nvSpPr>
            <p:cNvPr id="31" name="Triangle 30">
              <a:extLst>
                <a:ext uri="{FF2B5EF4-FFF2-40B4-BE49-F238E27FC236}">
                  <a16:creationId xmlns:a16="http://schemas.microsoft.com/office/drawing/2014/main" id="{3DEA2013-9146-C94D-030F-BE5D8B017AE6}"/>
                </a:ext>
              </a:extLst>
            </p:cNvPr>
            <p:cNvSpPr/>
            <p:nvPr/>
          </p:nvSpPr>
          <p:spPr>
            <a:xfrm rot="5400000" flipH="1">
              <a:off x="2445342" y="2975202"/>
              <a:ext cx="123889" cy="167390"/>
            </a:xfrm>
            <a:prstGeom prst="triangle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9034EE2E-DDE9-DD5F-D8C1-229E0F337E44}"/>
                </a:ext>
              </a:extLst>
            </p:cNvPr>
            <p:cNvSpPr/>
            <p:nvPr/>
          </p:nvSpPr>
          <p:spPr>
            <a:xfrm>
              <a:off x="2523735" y="2996952"/>
              <a:ext cx="142369" cy="12389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</p:grpSp>
      <p:sp>
        <p:nvSpPr>
          <p:cNvPr id="1031" name="Oval 1030">
            <a:extLst>
              <a:ext uri="{FF2B5EF4-FFF2-40B4-BE49-F238E27FC236}">
                <a16:creationId xmlns:a16="http://schemas.microsoft.com/office/drawing/2014/main" id="{0FEB0C43-EE47-B1EC-57E8-54AF282A7A4A}"/>
              </a:ext>
            </a:extLst>
          </p:cNvPr>
          <p:cNvSpPr/>
          <p:nvPr/>
        </p:nvSpPr>
        <p:spPr>
          <a:xfrm>
            <a:off x="5212644" y="4928020"/>
            <a:ext cx="311126" cy="28575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200" dirty="0"/>
              <a:t>2</a:t>
            </a:r>
            <a:endParaRPr lang="en-TR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FF8F5AB-814C-EF72-D19B-3271323C5334}"/>
              </a:ext>
            </a:extLst>
          </p:cNvPr>
          <p:cNvSpPr/>
          <p:nvPr/>
        </p:nvSpPr>
        <p:spPr>
          <a:xfrm>
            <a:off x="3104790" y="2253433"/>
            <a:ext cx="687539" cy="182263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sp>
        <p:nvSpPr>
          <p:cNvPr id="1032" name="Oval 1031">
            <a:extLst>
              <a:ext uri="{FF2B5EF4-FFF2-40B4-BE49-F238E27FC236}">
                <a16:creationId xmlns:a16="http://schemas.microsoft.com/office/drawing/2014/main" id="{6D0C3E74-F104-3DF8-9B30-13EA8D36A325}"/>
              </a:ext>
            </a:extLst>
          </p:cNvPr>
          <p:cNvSpPr/>
          <p:nvPr/>
        </p:nvSpPr>
        <p:spPr>
          <a:xfrm>
            <a:off x="6369477" y="4906305"/>
            <a:ext cx="311126" cy="28575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200" dirty="0"/>
              <a:t>3</a:t>
            </a:r>
            <a:endParaRPr lang="en-TR" dirty="0"/>
          </a:p>
        </p:txBody>
      </p:sp>
      <p:sp>
        <p:nvSpPr>
          <p:cNvPr id="1033" name="Oval 1032">
            <a:extLst>
              <a:ext uri="{FF2B5EF4-FFF2-40B4-BE49-F238E27FC236}">
                <a16:creationId xmlns:a16="http://schemas.microsoft.com/office/drawing/2014/main" id="{BDC8FD5E-AC01-2D38-5ADD-DF682E29F488}"/>
              </a:ext>
            </a:extLst>
          </p:cNvPr>
          <p:cNvSpPr/>
          <p:nvPr/>
        </p:nvSpPr>
        <p:spPr>
          <a:xfrm>
            <a:off x="8069870" y="4922149"/>
            <a:ext cx="311126" cy="28575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200" dirty="0"/>
              <a:t>4</a:t>
            </a:r>
            <a:endParaRPr lang="en-TR" dirty="0"/>
          </a:p>
        </p:txBody>
      </p:sp>
      <p:sp>
        <p:nvSpPr>
          <p:cNvPr id="1034" name="Right Arrow 1033">
            <a:extLst>
              <a:ext uri="{FF2B5EF4-FFF2-40B4-BE49-F238E27FC236}">
                <a16:creationId xmlns:a16="http://schemas.microsoft.com/office/drawing/2014/main" id="{A8EEDF77-82B1-5EFD-3ACC-15305B8E8201}"/>
              </a:ext>
            </a:extLst>
          </p:cNvPr>
          <p:cNvSpPr/>
          <p:nvPr/>
        </p:nvSpPr>
        <p:spPr>
          <a:xfrm>
            <a:off x="2031088" y="5074652"/>
            <a:ext cx="768042" cy="68782"/>
          </a:xfrm>
          <a:prstGeom prst="rightArrow">
            <a:avLst/>
          </a:prstGeom>
          <a:ln w="1905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 dirty="0"/>
          </a:p>
        </p:txBody>
      </p:sp>
      <p:cxnSp>
        <p:nvCxnSpPr>
          <p:cNvPr id="1055" name="Elbow Connector 1054">
            <a:extLst>
              <a:ext uri="{FF2B5EF4-FFF2-40B4-BE49-F238E27FC236}">
                <a16:creationId xmlns:a16="http://schemas.microsoft.com/office/drawing/2014/main" id="{4C8AC31B-EE9A-294B-49CA-1CE3872E1319}"/>
              </a:ext>
            </a:extLst>
          </p:cNvPr>
          <p:cNvCxnSpPr>
            <a:cxnSpLocks/>
          </p:cNvCxnSpPr>
          <p:nvPr/>
        </p:nvCxnSpPr>
        <p:spPr>
          <a:xfrm>
            <a:off x="2575335" y="3232729"/>
            <a:ext cx="919519" cy="1773019"/>
          </a:xfrm>
          <a:prstGeom prst="bentConnector2">
            <a:avLst/>
          </a:prstGeom>
          <a:ln>
            <a:solidFill>
              <a:srgbClr val="DF6D07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43" name="Group 1042">
            <a:extLst>
              <a:ext uri="{FF2B5EF4-FFF2-40B4-BE49-F238E27FC236}">
                <a16:creationId xmlns:a16="http://schemas.microsoft.com/office/drawing/2014/main" id="{69E03B3F-1754-35BF-1499-A4112C6C548F}"/>
              </a:ext>
            </a:extLst>
          </p:cNvPr>
          <p:cNvGrpSpPr/>
          <p:nvPr/>
        </p:nvGrpSpPr>
        <p:grpSpPr>
          <a:xfrm>
            <a:off x="1769891" y="1649369"/>
            <a:ext cx="2171195" cy="726952"/>
            <a:chOff x="1480075" y="2547575"/>
            <a:chExt cx="2149847" cy="738556"/>
          </a:xfrm>
        </p:grpSpPr>
        <p:grpSp>
          <p:nvGrpSpPr>
            <p:cNvPr id="1040" name="Group 1039">
              <a:extLst>
                <a:ext uri="{FF2B5EF4-FFF2-40B4-BE49-F238E27FC236}">
                  <a16:creationId xmlns:a16="http://schemas.microsoft.com/office/drawing/2014/main" id="{A8868335-B79A-4CD1-230E-D3E2C74027CF}"/>
                </a:ext>
              </a:extLst>
            </p:cNvPr>
            <p:cNvGrpSpPr/>
            <p:nvPr/>
          </p:nvGrpSpPr>
          <p:grpSpPr>
            <a:xfrm>
              <a:off x="1480075" y="2547575"/>
              <a:ext cx="2149847" cy="738556"/>
              <a:chOff x="1466661" y="2510055"/>
              <a:chExt cx="2149847" cy="738556"/>
            </a:xfrm>
          </p:grpSpPr>
          <p:pic>
            <p:nvPicPr>
              <p:cNvPr id="47" name="Graphic 46" descr="Computer">
                <a:extLst>
                  <a:ext uri="{FF2B5EF4-FFF2-40B4-BE49-F238E27FC236}">
                    <a16:creationId xmlns:a16="http://schemas.microsoft.com/office/drawing/2014/main" id="{B9DD0F93-76BF-FF91-EAE6-78D4ACD7A2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466661" y="2510055"/>
                <a:ext cx="738556" cy="738556"/>
              </a:xfrm>
              <a:prstGeom prst="rect">
                <a:avLst/>
              </a:prstGeom>
            </p:spPr>
          </p:pic>
          <p:grpSp>
            <p:nvGrpSpPr>
              <p:cNvPr id="1027" name="Group 1026">
                <a:extLst>
                  <a:ext uri="{FF2B5EF4-FFF2-40B4-BE49-F238E27FC236}">
                    <a16:creationId xmlns:a16="http://schemas.microsoft.com/office/drawing/2014/main" id="{7220C5AB-590C-E1D3-EF1E-498D9BE6C081}"/>
                  </a:ext>
                </a:extLst>
              </p:cNvPr>
              <p:cNvGrpSpPr/>
              <p:nvPr/>
            </p:nvGrpSpPr>
            <p:grpSpPr>
              <a:xfrm>
                <a:off x="2650081" y="2616211"/>
                <a:ext cx="966427" cy="570213"/>
                <a:chOff x="691421" y="1556794"/>
                <a:chExt cx="1480139" cy="1023823"/>
              </a:xfrm>
            </p:grpSpPr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920147B0-9875-5ADC-AAA5-FA4EB9C7FAA8}"/>
                    </a:ext>
                  </a:extLst>
                </p:cNvPr>
                <p:cNvSpPr/>
                <p:nvPr/>
              </p:nvSpPr>
              <p:spPr>
                <a:xfrm>
                  <a:off x="691421" y="1556794"/>
                  <a:ext cx="1480139" cy="1023823"/>
                </a:xfrm>
                <a:prstGeom prst="rect">
                  <a:avLst/>
                </a:prstGeom>
                <a:solidFill>
                  <a:schemeClr val="bg1"/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R"/>
                </a:p>
              </p:txBody>
            </p: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BDA589ED-A181-AFA3-C668-A1C9095AF4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71464" y="1639802"/>
                  <a:ext cx="0" cy="710027"/>
                </a:xfrm>
                <a:prstGeom prst="line">
                  <a:avLst/>
                </a:prstGeom>
                <a:ln w="22225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69CB794E-1C8A-E7ED-5867-83F58C1BCD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79476" y="2133238"/>
                  <a:ext cx="666952" cy="0"/>
                </a:xfrm>
                <a:prstGeom prst="line">
                  <a:avLst/>
                </a:prstGeom>
                <a:ln w="15875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024" name="Group 1023">
                  <a:extLst>
                    <a:ext uri="{FF2B5EF4-FFF2-40B4-BE49-F238E27FC236}">
                      <a16:creationId xmlns:a16="http://schemas.microsoft.com/office/drawing/2014/main" id="{2493D6CD-15C4-418E-B938-95D361214128}"/>
                    </a:ext>
                  </a:extLst>
                </p:cNvPr>
                <p:cNvGrpSpPr/>
                <p:nvPr/>
              </p:nvGrpSpPr>
              <p:grpSpPr>
                <a:xfrm>
                  <a:off x="1487511" y="1725872"/>
                  <a:ext cx="432048" cy="261865"/>
                  <a:chOff x="1549591" y="1726208"/>
                  <a:chExt cx="432048" cy="261865"/>
                </a:xfrm>
              </p:grpSpPr>
              <p:grpSp>
                <p:nvGrpSpPr>
                  <p:cNvPr id="61" name="Group 60">
                    <a:extLst>
                      <a:ext uri="{FF2B5EF4-FFF2-40B4-BE49-F238E27FC236}">
                        <a16:creationId xmlns:a16="http://schemas.microsoft.com/office/drawing/2014/main" id="{D95F0204-3CA9-731C-1E54-125617DEBF59}"/>
                      </a:ext>
                    </a:extLst>
                  </p:cNvPr>
                  <p:cNvGrpSpPr/>
                  <p:nvPr/>
                </p:nvGrpSpPr>
                <p:grpSpPr>
                  <a:xfrm>
                    <a:off x="1549591" y="1726208"/>
                    <a:ext cx="432048" cy="261865"/>
                    <a:chOff x="1487488" y="1556792"/>
                    <a:chExt cx="432048" cy="261865"/>
                  </a:xfrm>
                </p:grpSpPr>
                <p:sp>
                  <p:nvSpPr>
                    <p:cNvPr id="55" name="Rectangle 54">
                      <a:extLst>
                        <a:ext uri="{FF2B5EF4-FFF2-40B4-BE49-F238E27FC236}">
                          <a16:creationId xmlns:a16="http://schemas.microsoft.com/office/drawing/2014/main" id="{D4D42A42-03C9-5FB5-A83C-B4FD189966E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87488" y="1556792"/>
                      <a:ext cx="432048" cy="261865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58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TR"/>
                    </a:p>
                  </p:txBody>
                </p:sp>
                <p:sp>
                  <p:nvSpPr>
                    <p:cNvPr id="57" name="Oval 56">
                      <a:extLst>
                        <a:ext uri="{FF2B5EF4-FFF2-40B4-BE49-F238E27FC236}">
                          <a16:creationId xmlns:a16="http://schemas.microsoft.com/office/drawing/2014/main" id="{D2BA05AF-90A9-B145-C92F-A8F5A0CC1C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42756" y="1734712"/>
                      <a:ext cx="45719" cy="45719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dk1">
                        <a:shade val="15000"/>
                      </a:schemeClr>
                    </a:lnRef>
                    <a:fillRef idx="1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TR"/>
                    </a:p>
                  </p:txBody>
                </p:sp>
              </p:grpSp>
              <p:sp>
                <p:nvSpPr>
                  <p:cNvPr id="62" name="Oval 61">
                    <a:extLst>
                      <a:ext uri="{FF2B5EF4-FFF2-40B4-BE49-F238E27FC236}">
                        <a16:creationId xmlns:a16="http://schemas.microsoft.com/office/drawing/2014/main" id="{A5558AAC-5F4B-91FC-804A-6CFC6A715E9F}"/>
                      </a:ext>
                    </a:extLst>
                  </p:cNvPr>
                  <p:cNvSpPr/>
                  <p:nvPr/>
                </p:nvSpPr>
                <p:spPr>
                  <a:xfrm>
                    <a:off x="1804859" y="1781429"/>
                    <a:ext cx="45719" cy="45719"/>
                  </a:xfrm>
                  <a:prstGeom prst="ellipse">
                    <a:avLst/>
                  </a:prstGeom>
                </p:spPr>
                <p:style>
                  <a:lnRef idx="2">
                    <a:schemeClr val="dk1">
                      <a:shade val="15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TR"/>
                  </a:p>
                </p:txBody>
              </p:sp>
            </p:grpSp>
          </p:grpSp>
        </p:grpSp>
        <p:cxnSp>
          <p:nvCxnSpPr>
            <p:cNvPr id="1042" name="Straight Connector 1041">
              <a:extLst>
                <a:ext uri="{FF2B5EF4-FFF2-40B4-BE49-F238E27FC236}">
                  <a16:creationId xmlns:a16="http://schemas.microsoft.com/office/drawing/2014/main" id="{A830E97A-3012-9DB9-6DC5-65E0B18F4CB4}"/>
                </a:ext>
              </a:extLst>
            </p:cNvPr>
            <p:cNvCxnSpPr>
              <a:cxnSpLocks/>
              <a:endCxn id="48" idx="1"/>
            </p:cNvCxnSpPr>
            <p:nvPr/>
          </p:nvCxnSpPr>
          <p:spPr>
            <a:xfrm>
              <a:off x="2214009" y="2938838"/>
              <a:ext cx="449486" cy="0"/>
            </a:xfrm>
            <a:prstGeom prst="line">
              <a:avLst/>
            </a:prstGeom>
            <a:ln>
              <a:prstDash val="sys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062" name="Elbow Connector 1061">
            <a:extLst>
              <a:ext uri="{FF2B5EF4-FFF2-40B4-BE49-F238E27FC236}">
                <a16:creationId xmlns:a16="http://schemas.microsoft.com/office/drawing/2014/main" id="{8C10E316-AF32-8B03-9DB9-482304E45300}"/>
              </a:ext>
            </a:extLst>
          </p:cNvPr>
          <p:cNvCxnSpPr>
            <a:cxnSpLocks/>
          </p:cNvCxnSpPr>
          <p:nvPr/>
        </p:nvCxnSpPr>
        <p:spPr>
          <a:xfrm flipV="1">
            <a:off x="2577779" y="1665945"/>
            <a:ext cx="4598341" cy="1512797"/>
          </a:xfrm>
          <a:prstGeom prst="bentConnector3">
            <a:avLst>
              <a:gd name="adj1" fmla="val 58509"/>
            </a:avLst>
          </a:prstGeom>
          <a:ln>
            <a:solidFill>
              <a:srgbClr val="DF6D07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4" name="Straight Connector 1063">
            <a:extLst>
              <a:ext uri="{FF2B5EF4-FFF2-40B4-BE49-F238E27FC236}">
                <a16:creationId xmlns:a16="http://schemas.microsoft.com/office/drawing/2014/main" id="{5C7C6050-ABB9-3F0C-1E87-336371066A70}"/>
              </a:ext>
            </a:extLst>
          </p:cNvPr>
          <p:cNvCxnSpPr>
            <a:cxnSpLocks/>
            <a:endCxn id="1032" idx="0"/>
          </p:cNvCxnSpPr>
          <p:nvPr/>
        </p:nvCxnSpPr>
        <p:spPr>
          <a:xfrm>
            <a:off x="6525040" y="1665945"/>
            <a:ext cx="0" cy="3240360"/>
          </a:xfrm>
          <a:prstGeom prst="line">
            <a:avLst/>
          </a:prstGeom>
          <a:ln>
            <a:solidFill>
              <a:srgbClr val="DF6D07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0" name="Oval 1029">
            <a:extLst>
              <a:ext uri="{FF2B5EF4-FFF2-40B4-BE49-F238E27FC236}">
                <a16:creationId xmlns:a16="http://schemas.microsoft.com/office/drawing/2014/main" id="{FCCD9950-A053-1569-D9A9-1CB8F32C44EB}"/>
              </a:ext>
            </a:extLst>
          </p:cNvPr>
          <p:cNvSpPr/>
          <p:nvPr/>
        </p:nvSpPr>
        <p:spPr>
          <a:xfrm>
            <a:off x="3342868" y="4966168"/>
            <a:ext cx="311126" cy="28575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200" dirty="0"/>
              <a:t>1</a:t>
            </a:r>
            <a:endParaRPr lang="en-TR" dirty="0"/>
          </a:p>
        </p:txBody>
      </p:sp>
      <p:cxnSp>
        <p:nvCxnSpPr>
          <p:cNvPr id="1083" name="Straight Connector 1082">
            <a:extLst>
              <a:ext uri="{FF2B5EF4-FFF2-40B4-BE49-F238E27FC236}">
                <a16:creationId xmlns:a16="http://schemas.microsoft.com/office/drawing/2014/main" id="{A74CB484-37C9-586F-A23C-103A03F0389E}"/>
              </a:ext>
            </a:extLst>
          </p:cNvPr>
          <p:cNvCxnSpPr>
            <a:cxnSpLocks/>
            <a:endCxn id="1033" idx="0"/>
          </p:cNvCxnSpPr>
          <p:nvPr/>
        </p:nvCxnSpPr>
        <p:spPr>
          <a:xfrm flipH="1">
            <a:off x="8225433" y="1523071"/>
            <a:ext cx="2230" cy="3399078"/>
          </a:xfrm>
          <a:prstGeom prst="line">
            <a:avLst/>
          </a:prstGeom>
          <a:ln>
            <a:solidFill>
              <a:srgbClr val="DF6D07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3" name="Rectangle 1092">
            <a:extLst>
              <a:ext uri="{FF2B5EF4-FFF2-40B4-BE49-F238E27FC236}">
                <a16:creationId xmlns:a16="http://schemas.microsoft.com/office/drawing/2014/main" id="{676B2B21-4A5B-E69F-4534-1EC1D589F23B}"/>
              </a:ext>
            </a:extLst>
          </p:cNvPr>
          <p:cNvSpPr/>
          <p:nvPr/>
        </p:nvSpPr>
        <p:spPr>
          <a:xfrm>
            <a:off x="2423592" y="3090712"/>
            <a:ext cx="576064" cy="2083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sp>
        <p:nvSpPr>
          <p:cNvPr id="1051" name="Can 1050">
            <a:extLst>
              <a:ext uri="{FF2B5EF4-FFF2-40B4-BE49-F238E27FC236}">
                <a16:creationId xmlns:a16="http://schemas.microsoft.com/office/drawing/2014/main" id="{B28F1BAA-262F-597D-D776-6C887D658CE6}"/>
              </a:ext>
            </a:extLst>
          </p:cNvPr>
          <p:cNvSpPr/>
          <p:nvPr/>
        </p:nvSpPr>
        <p:spPr>
          <a:xfrm rot="5400000">
            <a:off x="3069713" y="2993760"/>
            <a:ext cx="109989" cy="391099"/>
          </a:xfrm>
          <a:prstGeom prst="can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cxnSp>
        <p:nvCxnSpPr>
          <p:cNvPr id="1050" name="Elbow Connector 1049">
            <a:extLst>
              <a:ext uri="{FF2B5EF4-FFF2-40B4-BE49-F238E27FC236}">
                <a16:creationId xmlns:a16="http://schemas.microsoft.com/office/drawing/2014/main" id="{DC1232B8-806B-F43E-A4B4-F8BC73BAE996}"/>
              </a:ext>
            </a:extLst>
          </p:cNvPr>
          <p:cNvCxnSpPr>
            <a:cxnSpLocks/>
            <a:stCxn id="49" idx="2"/>
            <a:endCxn id="1051" idx="3"/>
          </p:cNvCxnSpPr>
          <p:nvPr/>
        </p:nvCxnSpPr>
        <p:spPr>
          <a:xfrm rot="5400000">
            <a:off x="2812052" y="2552802"/>
            <a:ext cx="753614" cy="519402"/>
          </a:xfrm>
          <a:prstGeom prst="bentConnector4">
            <a:avLst>
              <a:gd name="adj1" fmla="val 37026"/>
              <a:gd name="adj2" fmla="val 144012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16" name="Rectangle 1115">
            <a:extLst>
              <a:ext uri="{FF2B5EF4-FFF2-40B4-BE49-F238E27FC236}">
                <a16:creationId xmlns:a16="http://schemas.microsoft.com/office/drawing/2014/main" id="{22122DDD-00FF-1C66-CF2B-04958DFDB2F9}"/>
              </a:ext>
            </a:extLst>
          </p:cNvPr>
          <p:cNvSpPr/>
          <p:nvPr/>
        </p:nvSpPr>
        <p:spPr>
          <a:xfrm>
            <a:off x="6544945" y="1639121"/>
            <a:ext cx="939112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sp>
        <p:nvSpPr>
          <p:cNvPr id="1128" name="TextBox 1127">
            <a:extLst>
              <a:ext uri="{FF2B5EF4-FFF2-40B4-BE49-F238E27FC236}">
                <a16:creationId xmlns:a16="http://schemas.microsoft.com/office/drawing/2014/main" id="{A13703ED-12B7-FE60-CC0B-21A6C6666750}"/>
              </a:ext>
            </a:extLst>
          </p:cNvPr>
          <p:cNvSpPr txBox="1"/>
          <p:nvPr/>
        </p:nvSpPr>
        <p:spPr>
          <a:xfrm>
            <a:off x="2904217" y="1465046"/>
            <a:ext cx="11144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sz="1200" dirty="0"/>
              <a:t>MS Instrument</a:t>
            </a:r>
          </a:p>
        </p:txBody>
      </p:sp>
      <p:sp>
        <p:nvSpPr>
          <p:cNvPr id="1129" name="TextBox 1128">
            <a:extLst>
              <a:ext uri="{FF2B5EF4-FFF2-40B4-BE49-F238E27FC236}">
                <a16:creationId xmlns:a16="http://schemas.microsoft.com/office/drawing/2014/main" id="{45A8185C-0774-9AEF-561F-714DE3047D1D}"/>
              </a:ext>
            </a:extLst>
          </p:cNvPr>
          <p:cNvSpPr txBox="1"/>
          <p:nvPr/>
        </p:nvSpPr>
        <p:spPr>
          <a:xfrm>
            <a:off x="1719347" y="1470134"/>
            <a:ext cx="8113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sz="1200" dirty="0"/>
              <a:t>Computer</a:t>
            </a:r>
          </a:p>
        </p:txBody>
      </p:sp>
      <p:sp>
        <p:nvSpPr>
          <p:cNvPr id="1131" name="TextBox 1130">
            <a:extLst>
              <a:ext uri="{FF2B5EF4-FFF2-40B4-BE49-F238E27FC236}">
                <a16:creationId xmlns:a16="http://schemas.microsoft.com/office/drawing/2014/main" id="{9367E6CD-0BC0-07BB-6E3F-BA1CABE87F48}"/>
              </a:ext>
            </a:extLst>
          </p:cNvPr>
          <p:cNvSpPr txBox="1"/>
          <p:nvPr/>
        </p:nvSpPr>
        <p:spPr>
          <a:xfrm>
            <a:off x="4019655" y="4945543"/>
            <a:ext cx="6435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sz="1200" dirty="0"/>
              <a:t>1</a:t>
            </a:r>
            <a:r>
              <a:rPr lang="en-TR" sz="1200" baseline="30000" dirty="0"/>
              <a:t>st</a:t>
            </a:r>
            <a:r>
              <a:rPr lang="en-TR" sz="1200" dirty="0"/>
              <a:t> Pipe</a:t>
            </a:r>
          </a:p>
        </p:txBody>
      </p:sp>
      <p:sp>
        <p:nvSpPr>
          <p:cNvPr id="1132" name="TextBox 1131">
            <a:extLst>
              <a:ext uri="{FF2B5EF4-FFF2-40B4-BE49-F238E27FC236}">
                <a16:creationId xmlns:a16="http://schemas.microsoft.com/office/drawing/2014/main" id="{EA1AEC91-C781-F200-B60D-FA2A869953D4}"/>
              </a:ext>
            </a:extLst>
          </p:cNvPr>
          <p:cNvSpPr txBox="1"/>
          <p:nvPr/>
        </p:nvSpPr>
        <p:spPr>
          <a:xfrm>
            <a:off x="6896881" y="4921540"/>
            <a:ext cx="6799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sz="1200" dirty="0"/>
              <a:t>2</a:t>
            </a:r>
            <a:r>
              <a:rPr lang="en-TR" sz="1200" baseline="30000" dirty="0"/>
              <a:t>nd</a:t>
            </a:r>
            <a:r>
              <a:rPr lang="en-TR" sz="1200" dirty="0"/>
              <a:t> Pipe</a:t>
            </a:r>
          </a:p>
        </p:txBody>
      </p:sp>
      <p:sp>
        <p:nvSpPr>
          <p:cNvPr id="1134" name="TextBox 1133">
            <a:extLst>
              <a:ext uri="{FF2B5EF4-FFF2-40B4-BE49-F238E27FC236}">
                <a16:creationId xmlns:a16="http://schemas.microsoft.com/office/drawing/2014/main" id="{5601D879-4F17-C6EB-7328-8542462C517B}"/>
              </a:ext>
            </a:extLst>
          </p:cNvPr>
          <p:cNvSpPr txBox="1"/>
          <p:nvPr/>
        </p:nvSpPr>
        <p:spPr>
          <a:xfrm rot="16200000">
            <a:off x="5561848" y="3725977"/>
            <a:ext cx="6662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sz="1200" dirty="0"/>
              <a:t>Reactor</a:t>
            </a:r>
          </a:p>
        </p:txBody>
      </p:sp>
      <p:sp>
        <p:nvSpPr>
          <p:cNvPr id="1135" name="TextBox 1134">
            <a:extLst>
              <a:ext uri="{FF2B5EF4-FFF2-40B4-BE49-F238E27FC236}">
                <a16:creationId xmlns:a16="http://schemas.microsoft.com/office/drawing/2014/main" id="{2857FA1B-2478-643C-0841-62CED0D978DE}"/>
              </a:ext>
            </a:extLst>
          </p:cNvPr>
          <p:cNvSpPr txBox="1"/>
          <p:nvPr/>
        </p:nvSpPr>
        <p:spPr>
          <a:xfrm>
            <a:off x="2698656" y="2862106"/>
            <a:ext cx="9596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MS Capillary</a:t>
            </a:r>
            <a:endParaRPr lang="en-TR" sz="1200" dirty="0"/>
          </a:p>
        </p:txBody>
      </p:sp>
    </p:spTree>
    <p:extLst>
      <p:ext uri="{BB962C8B-B14F-4D97-AF65-F5344CB8AC3E}">
        <p14:creationId xmlns:p14="http://schemas.microsoft.com/office/powerpoint/2010/main" val="2503450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B515083-664D-76E0-CB63-09A415B37995}"/>
              </a:ext>
            </a:extLst>
          </p:cNvPr>
          <p:cNvCxnSpPr>
            <a:cxnSpLocks/>
          </p:cNvCxnSpPr>
          <p:nvPr/>
        </p:nvCxnSpPr>
        <p:spPr>
          <a:xfrm flipV="1">
            <a:off x="2927648" y="1484784"/>
            <a:ext cx="0" cy="280831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1147107-03B2-601D-F3C1-3F837FBA1396}"/>
              </a:ext>
            </a:extLst>
          </p:cNvPr>
          <p:cNvCxnSpPr>
            <a:cxnSpLocks/>
          </p:cNvCxnSpPr>
          <p:nvPr/>
        </p:nvCxnSpPr>
        <p:spPr>
          <a:xfrm>
            <a:off x="2927648" y="4293096"/>
            <a:ext cx="511256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Freeform 19">
            <a:extLst>
              <a:ext uri="{FF2B5EF4-FFF2-40B4-BE49-F238E27FC236}">
                <a16:creationId xmlns:a16="http://schemas.microsoft.com/office/drawing/2014/main" id="{0666D365-EDC3-1CF8-BB5D-6D75DBD8E5A4}"/>
              </a:ext>
            </a:extLst>
          </p:cNvPr>
          <p:cNvSpPr/>
          <p:nvPr/>
        </p:nvSpPr>
        <p:spPr>
          <a:xfrm>
            <a:off x="2944741" y="1646779"/>
            <a:ext cx="1120048" cy="2649621"/>
          </a:xfrm>
          <a:custGeom>
            <a:avLst/>
            <a:gdLst>
              <a:gd name="connsiteX0" fmla="*/ 0 w 940157"/>
              <a:gd name="connsiteY0" fmla="*/ 2511477 h 2588750"/>
              <a:gd name="connsiteX1" fmla="*/ 167425 w 940157"/>
              <a:gd name="connsiteY1" fmla="*/ 97 h 2588750"/>
              <a:gd name="connsiteX2" fmla="*/ 940157 w 940157"/>
              <a:gd name="connsiteY2" fmla="*/ 2588750 h 2588750"/>
              <a:gd name="connsiteX0" fmla="*/ 0 w 1077035"/>
              <a:gd name="connsiteY0" fmla="*/ 2524356 h 2588750"/>
              <a:gd name="connsiteX1" fmla="*/ 304303 w 1077035"/>
              <a:gd name="connsiteY1" fmla="*/ 97 h 2588750"/>
              <a:gd name="connsiteX2" fmla="*/ 1077035 w 1077035"/>
              <a:gd name="connsiteY2" fmla="*/ 2588750 h 2588750"/>
              <a:gd name="connsiteX0" fmla="*/ 0 w 1077035"/>
              <a:gd name="connsiteY0" fmla="*/ 2434212 h 2498606"/>
              <a:gd name="connsiteX1" fmla="*/ 425973 w 1077035"/>
              <a:gd name="connsiteY1" fmla="*/ 105 h 2498606"/>
              <a:gd name="connsiteX2" fmla="*/ 1077035 w 1077035"/>
              <a:gd name="connsiteY2" fmla="*/ 2498606 h 2498606"/>
              <a:gd name="connsiteX0" fmla="*/ 0 w 1077035"/>
              <a:gd name="connsiteY0" fmla="*/ 2614501 h 2678895"/>
              <a:gd name="connsiteX1" fmla="*/ 365139 w 1077035"/>
              <a:gd name="connsiteY1" fmla="*/ 90 h 2678895"/>
              <a:gd name="connsiteX2" fmla="*/ 1077035 w 1077035"/>
              <a:gd name="connsiteY2" fmla="*/ 2678895 h 2678895"/>
              <a:gd name="connsiteX0" fmla="*/ 0 w 1077035"/>
              <a:gd name="connsiteY0" fmla="*/ 2649708 h 2714102"/>
              <a:gd name="connsiteX1" fmla="*/ 365139 w 1077035"/>
              <a:gd name="connsiteY1" fmla="*/ 35297 h 2714102"/>
              <a:gd name="connsiteX2" fmla="*/ 600676 w 1077035"/>
              <a:gd name="connsiteY2" fmla="*/ 1302655 h 2714102"/>
              <a:gd name="connsiteX3" fmla="*/ 1077035 w 1077035"/>
              <a:gd name="connsiteY3" fmla="*/ 2714102 h 2714102"/>
              <a:gd name="connsiteX0" fmla="*/ 0 w 1077035"/>
              <a:gd name="connsiteY0" fmla="*/ 2649708 h 2714102"/>
              <a:gd name="connsiteX1" fmla="*/ 365139 w 1077035"/>
              <a:gd name="connsiteY1" fmla="*/ 35297 h 2714102"/>
              <a:gd name="connsiteX2" fmla="*/ 600676 w 1077035"/>
              <a:gd name="connsiteY2" fmla="*/ 1302655 h 2714102"/>
              <a:gd name="connsiteX3" fmla="*/ 935266 w 1077035"/>
              <a:gd name="connsiteY3" fmla="*/ 2036751 h 2714102"/>
              <a:gd name="connsiteX4" fmla="*/ 1077035 w 1077035"/>
              <a:gd name="connsiteY4" fmla="*/ 2714102 h 2714102"/>
              <a:gd name="connsiteX0" fmla="*/ 0 w 1090045"/>
              <a:gd name="connsiteY0" fmla="*/ 2717498 h 2717498"/>
              <a:gd name="connsiteX1" fmla="*/ 378149 w 1090045"/>
              <a:gd name="connsiteY1" fmla="*/ 35297 h 2717498"/>
              <a:gd name="connsiteX2" fmla="*/ 613686 w 1090045"/>
              <a:gd name="connsiteY2" fmla="*/ 1302655 h 2717498"/>
              <a:gd name="connsiteX3" fmla="*/ 948276 w 1090045"/>
              <a:gd name="connsiteY3" fmla="*/ 2036751 h 2717498"/>
              <a:gd name="connsiteX4" fmla="*/ 1090045 w 1090045"/>
              <a:gd name="connsiteY4" fmla="*/ 2714102 h 2717498"/>
              <a:gd name="connsiteX0" fmla="*/ 0 w 1213959"/>
              <a:gd name="connsiteY0" fmla="*/ 2717498 h 2717498"/>
              <a:gd name="connsiteX1" fmla="*/ 378149 w 1213959"/>
              <a:gd name="connsiteY1" fmla="*/ 35297 h 2717498"/>
              <a:gd name="connsiteX2" fmla="*/ 613686 w 1213959"/>
              <a:gd name="connsiteY2" fmla="*/ 1302655 h 2717498"/>
              <a:gd name="connsiteX3" fmla="*/ 948276 w 1213959"/>
              <a:gd name="connsiteY3" fmla="*/ 2036751 h 2717498"/>
              <a:gd name="connsiteX4" fmla="*/ 1213959 w 1213959"/>
              <a:gd name="connsiteY4" fmla="*/ 2660296 h 2717498"/>
              <a:gd name="connsiteX0" fmla="*/ 0 w 1301583"/>
              <a:gd name="connsiteY0" fmla="*/ 2717498 h 2717498"/>
              <a:gd name="connsiteX1" fmla="*/ 378149 w 1301583"/>
              <a:gd name="connsiteY1" fmla="*/ 35297 h 2717498"/>
              <a:gd name="connsiteX2" fmla="*/ 613686 w 1301583"/>
              <a:gd name="connsiteY2" fmla="*/ 1302655 h 2717498"/>
              <a:gd name="connsiteX3" fmla="*/ 1281641 w 1301583"/>
              <a:gd name="connsiteY3" fmla="*/ 2043045 h 2717498"/>
              <a:gd name="connsiteX4" fmla="*/ 1213959 w 1301583"/>
              <a:gd name="connsiteY4" fmla="*/ 2660296 h 2717498"/>
              <a:gd name="connsiteX0" fmla="*/ 0 w 1301583"/>
              <a:gd name="connsiteY0" fmla="*/ 2717323 h 2717323"/>
              <a:gd name="connsiteX1" fmla="*/ 378149 w 1301583"/>
              <a:gd name="connsiteY1" fmla="*/ 35122 h 2717323"/>
              <a:gd name="connsiteX2" fmla="*/ 794864 w 1301583"/>
              <a:gd name="connsiteY2" fmla="*/ 1308774 h 2717323"/>
              <a:gd name="connsiteX3" fmla="*/ 1281641 w 1301583"/>
              <a:gd name="connsiteY3" fmla="*/ 2042870 h 2717323"/>
              <a:gd name="connsiteX4" fmla="*/ 1213959 w 1301583"/>
              <a:gd name="connsiteY4" fmla="*/ 2660121 h 2717323"/>
              <a:gd name="connsiteX0" fmla="*/ 0 w 1322664"/>
              <a:gd name="connsiteY0" fmla="*/ 2717323 h 2717323"/>
              <a:gd name="connsiteX1" fmla="*/ 378149 w 1322664"/>
              <a:gd name="connsiteY1" fmla="*/ 35122 h 2717323"/>
              <a:gd name="connsiteX2" fmla="*/ 794864 w 1322664"/>
              <a:gd name="connsiteY2" fmla="*/ 1308774 h 2717323"/>
              <a:gd name="connsiteX3" fmla="*/ 1281641 w 1322664"/>
              <a:gd name="connsiteY3" fmla="*/ 2042870 h 2717323"/>
              <a:gd name="connsiteX4" fmla="*/ 1322664 w 1322664"/>
              <a:gd name="connsiteY4" fmla="*/ 2647533 h 2717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2664" h="2717323">
                <a:moveTo>
                  <a:pt x="0" y="2717323"/>
                </a:moveTo>
                <a:cubicBezTo>
                  <a:pt x="5366" y="1455193"/>
                  <a:pt x="221456" y="22243"/>
                  <a:pt x="378149" y="35122"/>
                </a:cubicBezTo>
                <a:cubicBezTo>
                  <a:pt x="483331" y="-206559"/>
                  <a:pt x="676215" y="862307"/>
                  <a:pt x="794864" y="1308774"/>
                </a:cubicBezTo>
                <a:cubicBezTo>
                  <a:pt x="874677" y="1640203"/>
                  <a:pt x="1202248" y="1807629"/>
                  <a:pt x="1281641" y="2042870"/>
                </a:cubicBezTo>
                <a:cubicBezTo>
                  <a:pt x="1361034" y="2278111"/>
                  <a:pt x="1283827" y="2532495"/>
                  <a:pt x="1322664" y="2647533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 dirty="0">
              <a:solidFill>
                <a:srgbClr val="DF6D07"/>
              </a:solidFill>
            </a:endParaRPr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32D0B2D4-1228-340E-89FE-8FAD8495FDB6}"/>
              </a:ext>
            </a:extLst>
          </p:cNvPr>
          <p:cNvSpPr/>
          <p:nvPr/>
        </p:nvSpPr>
        <p:spPr>
          <a:xfrm>
            <a:off x="3372788" y="2285204"/>
            <a:ext cx="3299102" cy="2016971"/>
          </a:xfrm>
          <a:custGeom>
            <a:avLst/>
            <a:gdLst>
              <a:gd name="connsiteX0" fmla="*/ 0 w 3275351"/>
              <a:gd name="connsiteY0" fmla="*/ 1798822 h 1813812"/>
              <a:gd name="connsiteX1" fmla="*/ 846944 w 3275351"/>
              <a:gd name="connsiteY1" fmla="*/ 2 h 1813812"/>
              <a:gd name="connsiteX2" fmla="*/ 2031167 w 3275351"/>
              <a:gd name="connsiteY2" fmla="*/ 1783832 h 1813812"/>
              <a:gd name="connsiteX3" fmla="*/ 2218544 w 3275351"/>
              <a:gd name="connsiteY3" fmla="*/ 906907 h 1813812"/>
              <a:gd name="connsiteX4" fmla="*/ 3275351 w 3275351"/>
              <a:gd name="connsiteY4" fmla="*/ 1813812 h 1813812"/>
              <a:gd name="connsiteX0" fmla="*/ 0 w 3275351"/>
              <a:gd name="connsiteY0" fmla="*/ 1798822 h 1813812"/>
              <a:gd name="connsiteX1" fmla="*/ 846944 w 3275351"/>
              <a:gd name="connsiteY1" fmla="*/ 2 h 1813812"/>
              <a:gd name="connsiteX2" fmla="*/ 2031167 w 3275351"/>
              <a:gd name="connsiteY2" fmla="*/ 1783832 h 1813812"/>
              <a:gd name="connsiteX3" fmla="*/ 2218544 w 3275351"/>
              <a:gd name="connsiteY3" fmla="*/ 906907 h 1813812"/>
              <a:gd name="connsiteX4" fmla="*/ 3275351 w 3275351"/>
              <a:gd name="connsiteY4" fmla="*/ 1813812 h 1813812"/>
              <a:gd name="connsiteX0" fmla="*/ 0 w 3275351"/>
              <a:gd name="connsiteY0" fmla="*/ 1798831 h 1813821"/>
              <a:gd name="connsiteX1" fmla="*/ 846944 w 3275351"/>
              <a:gd name="connsiteY1" fmla="*/ 11 h 1813821"/>
              <a:gd name="connsiteX2" fmla="*/ 2031167 w 3275351"/>
              <a:gd name="connsiteY2" fmla="*/ 1768007 h 1813821"/>
              <a:gd name="connsiteX3" fmla="*/ 2218544 w 3275351"/>
              <a:gd name="connsiteY3" fmla="*/ 906916 h 1813821"/>
              <a:gd name="connsiteX4" fmla="*/ 3275351 w 3275351"/>
              <a:gd name="connsiteY4" fmla="*/ 1813821 h 1813821"/>
              <a:gd name="connsiteX0" fmla="*/ 0 w 3299102"/>
              <a:gd name="connsiteY0" fmla="*/ 1798831 h 1798831"/>
              <a:gd name="connsiteX1" fmla="*/ 846944 w 3299102"/>
              <a:gd name="connsiteY1" fmla="*/ 11 h 1798831"/>
              <a:gd name="connsiteX2" fmla="*/ 2031167 w 3299102"/>
              <a:gd name="connsiteY2" fmla="*/ 1768007 h 1798831"/>
              <a:gd name="connsiteX3" fmla="*/ 2218544 w 3299102"/>
              <a:gd name="connsiteY3" fmla="*/ 906916 h 1798831"/>
              <a:gd name="connsiteX4" fmla="*/ 3299102 w 3299102"/>
              <a:gd name="connsiteY4" fmla="*/ 1782153 h 1798831"/>
              <a:gd name="connsiteX0" fmla="*/ 0 w 3299102"/>
              <a:gd name="connsiteY0" fmla="*/ 1976802 h 1976802"/>
              <a:gd name="connsiteX1" fmla="*/ 816259 w 3299102"/>
              <a:gd name="connsiteY1" fmla="*/ 11 h 1976802"/>
              <a:gd name="connsiteX2" fmla="*/ 2031167 w 3299102"/>
              <a:gd name="connsiteY2" fmla="*/ 1945978 h 1976802"/>
              <a:gd name="connsiteX3" fmla="*/ 2218544 w 3299102"/>
              <a:gd name="connsiteY3" fmla="*/ 1084887 h 1976802"/>
              <a:gd name="connsiteX4" fmla="*/ 3299102 w 3299102"/>
              <a:gd name="connsiteY4" fmla="*/ 1960124 h 1976802"/>
              <a:gd name="connsiteX0" fmla="*/ 0 w 3299102"/>
              <a:gd name="connsiteY0" fmla="*/ 1977159 h 1977159"/>
              <a:gd name="connsiteX1" fmla="*/ 816259 w 3299102"/>
              <a:gd name="connsiteY1" fmla="*/ 368 h 1977159"/>
              <a:gd name="connsiteX2" fmla="*/ 1988209 w 3299102"/>
              <a:gd name="connsiteY2" fmla="*/ 1805186 h 1977159"/>
              <a:gd name="connsiteX3" fmla="*/ 2218544 w 3299102"/>
              <a:gd name="connsiteY3" fmla="*/ 1085244 h 1977159"/>
              <a:gd name="connsiteX4" fmla="*/ 3299102 w 3299102"/>
              <a:gd name="connsiteY4" fmla="*/ 1960481 h 1977159"/>
              <a:gd name="connsiteX0" fmla="*/ 0 w 3299102"/>
              <a:gd name="connsiteY0" fmla="*/ 2016971 h 2016971"/>
              <a:gd name="connsiteX1" fmla="*/ 816259 w 3299102"/>
              <a:gd name="connsiteY1" fmla="*/ 40180 h 2016971"/>
              <a:gd name="connsiteX2" fmla="*/ 1278992 w 3299102"/>
              <a:gd name="connsiteY2" fmla="*/ 777115 h 2016971"/>
              <a:gd name="connsiteX3" fmla="*/ 1988209 w 3299102"/>
              <a:gd name="connsiteY3" fmla="*/ 1844998 h 2016971"/>
              <a:gd name="connsiteX4" fmla="*/ 2218544 w 3299102"/>
              <a:gd name="connsiteY4" fmla="*/ 1125056 h 2016971"/>
              <a:gd name="connsiteX5" fmla="*/ 3299102 w 3299102"/>
              <a:gd name="connsiteY5" fmla="*/ 2000293 h 2016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99102" h="2016971">
                <a:moveTo>
                  <a:pt x="0" y="2016971"/>
                </a:moveTo>
                <a:cubicBezTo>
                  <a:pt x="254208" y="1118810"/>
                  <a:pt x="603094" y="246823"/>
                  <a:pt x="816259" y="40180"/>
                </a:cubicBezTo>
                <a:cubicBezTo>
                  <a:pt x="1029424" y="-166463"/>
                  <a:pt x="1083667" y="476312"/>
                  <a:pt x="1278992" y="777115"/>
                </a:cubicBezTo>
                <a:cubicBezTo>
                  <a:pt x="1474317" y="1077918"/>
                  <a:pt x="1831617" y="1787008"/>
                  <a:pt x="1988209" y="1844998"/>
                </a:cubicBezTo>
                <a:cubicBezTo>
                  <a:pt x="2144801" y="1902988"/>
                  <a:pt x="2011180" y="1120059"/>
                  <a:pt x="2218544" y="1125056"/>
                </a:cubicBezTo>
                <a:cubicBezTo>
                  <a:pt x="2425908" y="1130053"/>
                  <a:pt x="2874380" y="1549339"/>
                  <a:pt x="3299102" y="2000293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cxnSp>
        <p:nvCxnSpPr>
          <p:cNvPr id="25" name="Curved Connector 24">
            <a:extLst>
              <a:ext uri="{FF2B5EF4-FFF2-40B4-BE49-F238E27FC236}">
                <a16:creationId xmlns:a16="http://schemas.microsoft.com/office/drawing/2014/main" id="{A11EDA39-4A16-9715-342F-B62B384BE411}"/>
              </a:ext>
            </a:extLst>
          </p:cNvPr>
          <p:cNvCxnSpPr>
            <a:cxnSpLocks/>
          </p:cNvCxnSpPr>
          <p:nvPr/>
        </p:nvCxnSpPr>
        <p:spPr>
          <a:xfrm rot="10800000">
            <a:off x="4064789" y="4226243"/>
            <a:ext cx="2345810" cy="57202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Freeform 30">
            <a:extLst>
              <a:ext uri="{FF2B5EF4-FFF2-40B4-BE49-F238E27FC236}">
                <a16:creationId xmlns:a16="http://schemas.microsoft.com/office/drawing/2014/main" id="{E822D246-69F4-0505-2C3F-B0F2521928BD}"/>
              </a:ext>
            </a:extLst>
          </p:cNvPr>
          <p:cNvSpPr/>
          <p:nvPr/>
        </p:nvSpPr>
        <p:spPr>
          <a:xfrm>
            <a:off x="3450560" y="1730899"/>
            <a:ext cx="4175887" cy="2559649"/>
          </a:xfrm>
          <a:custGeom>
            <a:avLst/>
            <a:gdLst>
              <a:gd name="connsiteX0" fmla="*/ 0 w 4007733"/>
              <a:gd name="connsiteY0" fmla="*/ 1770739 h 1930528"/>
              <a:gd name="connsiteX1" fmla="*/ 1010652 w 4007733"/>
              <a:gd name="connsiteY1" fmla="*/ 1762718 h 1930528"/>
              <a:gd name="connsiteX2" fmla="*/ 1620252 w 4007733"/>
              <a:gd name="connsiteY2" fmla="*/ 46213 h 1930528"/>
              <a:gd name="connsiteX3" fmla="*/ 2494547 w 4007733"/>
              <a:gd name="connsiteY3" fmla="*/ 527476 h 1930528"/>
              <a:gd name="connsiteX4" fmla="*/ 2975810 w 4007733"/>
              <a:gd name="connsiteY4" fmla="*/ 928529 h 1930528"/>
              <a:gd name="connsiteX5" fmla="*/ 3457073 w 4007733"/>
              <a:gd name="connsiteY5" fmla="*/ 808213 h 1930528"/>
              <a:gd name="connsiteX6" fmla="*/ 4002505 w 4007733"/>
              <a:gd name="connsiteY6" fmla="*/ 1786781 h 1930528"/>
              <a:gd name="connsiteX0" fmla="*/ 0 w 4007733"/>
              <a:gd name="connsiteY0" fmla="*/ 2534390 h 2750201"/>
              <a:gd name="connsiteX1" fmla="*/ 1010652 w 4007733"/>
              <a:gd name="connsiteY1" fmla="*/ 2526369 h 2750201"/>
              <a:gd name="connsiteX2" fmla="*/ 1636979 w 4007733"/>
              <a:gd name="connsiteY2" fmla="*/ 23703 h 2750201"/>
              <a:gd name="connsiteX3" fmla="*/ 2494547 w 4007733"/>
              <a:gd name="connsiteY3" fmla="*/ 1291127 h 2750201"/>
              <a:gd name="connsiteX4" fmla="*/ 2975810 w 4007733"/>
              <a:gd name="connsiteY4" fmla="*/ 1692180 h 2750201"/>
              <a:gd name="connsiteX5" fmla="*/ 3457073 w 4007733"/>
              <a:gd name="connsiteY5" fmla="*/ 1571864 h 2750201"/>
              <a:gd name="connsiteX6" fmla="*/ 4002505 w 4007733"/>
              <a:gd name="connsiteY6" fmla="*/ 2550432 h 2750201"/>
              <a:gd name="connsiteX0" fmla="*/ 0 w 4007733"/>
              <a:gd name="connsiteY0" fmla="*/ 2545339 h 2761150"/>
              <a:gd name="connsiteX1" fmla="*/ 1010652 w 4007733"/>
              <a:gd name="connsiteY1" fmla="*/ 2537318 h 2761150"/>
              <a:gd name="connsiteX2" fmla="*/ 1636979 w 4007733"/>
              <a:gd name="connsiteY2" fmla="*/ 34652 h 2761150"/>
              <a:gd name="connsiteX3" fmla="*/ 2600483 w 4007733"/>
              <a:gd name="connsiteY3" fmla="*/ 1118081 h 2761150"/>
              <a:gd name="connsiteX4" fmla="*/ 2975810 w 4007733"/>
              <a:gd name="connsiteY4" fmla="*/ 1703129 h 2761150"/>
              <a:gd name="connsiteX5" fmla="*/ 3457073 w 4007733"/>
              <a:gd name="connsiteY5" fmla="*/ 1582813 h 2761150"/>
              <a:gd name="connsiteX6" fmla="*/ 4002505 w 4007733"/>
              <a:gd name="connsiteY6" fmla="*/ 2561381 h 2761150"/>
              <a:gd name="connsiteX0" fmla="*/ 0 w 4007733"/>
              <a:gd name="connsiteY0" fmla="*/ 2543763 h 2734906"/>
              <a:gd name="connsiteX1" fmla="*/ 1133315 w 4007733"/>
              <a:gd name="connsiteY1" fmla="*/ 2496712 h 2734906"/>
              <a:gd name="connsiteX2" fmla="*/ 1636979 w 4007733"/>
              <a:gd name="connsiteY2" fmla="*/ 33076 h 2734906"/>
              <a:gd name="connsiteX3" fmla="*/ 2600483 w 4007733"/>
              <a:gd name="connsiteY3" fmla="*/ 1116505 h 2734906"/>
              <a:gd name="connsiteX4" fmla="*/ 2975810 w 4007733"/>
              <a:gd name="connsiteY4" fmla="*/ 1701553 h 2734906"/>
              <a:gd name="connsiteX5" fmla="*/ 3457073 w 4007733"/>
              <a:gd name="connsiteY5" fmla="*/ 1581237 h 2734906"/>
              <a:gd name="connsiteX6" fmla="*/ 4002505 w 4007733"/>
              <a:gd name="connsiteY6" fmla="*/ 2559805 h 2734906"/>
              <a:gd name="connsiteX0" fmla="*/ 0 w 4007733"/>
              <a:gd name="connsiteY0" fmla="*/ 2543763 h 2693354"/>
              <a:gd name="connsiteX1" fmla="*/ 767282 w 4007733"/>
              <a:gd name="connsiteY1" fmla="*/ 2542590 h 2693354"/>
              <a:gd name="connsiteX2" fmla="*/ 1133315 w 4007733"/>
              <a:gd name="connsiteY2" fmla="*/ 2496712 h 2693354"/>
              <a:gd name="connsiteX3" fmla="*/ 1636979 w 4007733"/>
              <a:gd name="connsiteY3" fmla="*/ 33076 h 2693354"/>
              <a:gd name="connsiteX4" fmla="*/ 2600483 w 4007733"/>
              <a:gd name="connsiteY4" fmla="*/ 1116505 h 2693354"/>
              <a:gd name="connsiteX5" fmla="*/ 2975810 w 4007733"/>
              <a:gd name="connsiteY5" fmla="*/ 1701553 h 2693354"/>
              <a:gd name="connsiteX6" fmla="*/ 3457073 w 4007733"/>
              <a:gd name="connsiteY6" fmla="*/ 1581237 h 2693354"/>
              <a:gd name="connsiteX7" fmla="*/ 4002505 w 4007733"/>
              <a:gd name="connsiteY7" fmla="*/ 2559805 h 2693354"/>
              <a:gd name="connsiteX0" fmla="*/ 0 w 4007733"/>
              <a:gd name="connsiteY0" fmla="*/ 2543763 h 2561499"/>
              <a:gd name="connsiteX1" fmla="*/ 767282 w 4007733"/>
              <a:gd name="connsiteY1" fmla="*/ 2542590 h 2561499"/>
              <a:gd name="connsiteX2" fmla="*/ 1133315 w 4007733"/>
              <a:gd name="connsiteY2" fmla="*/ 2496712 h 2561499"/>
              <a:gd name="connsiteX3" fmla="*/ 1636979 w 4007733"/>
              <a:gd name="connsiteY3" fmla="*/ 33076 h 2561499"/>
              <a:gd name="connsiteX4" fmla="*/ 2600483 w 4007733"/>
              <a:gd name="connsiteY4" fmla="*/ 1116505 h 2561499"/>
              <a:gd name="connsiteX5" fmla="*/ 2975810 w 4007733"/>
              <a:gd name="connsiteY5" fmla="*/ 1701553 h 2561499"/>
              <a:gd name="connsiteX6" fmla="*/ 3457073 w 4007733"/>
              <a:gd name="connsiteY6" fmla="*/ 1581237 h 2561499"/>
              <a:gd name="connsiteX7" fmla="*/ 4002505 w 4007733"/>
              <a:gd name="connsiteY7" fmla="*/ 2559805 h 2561499"/>
              <a:gd name="connsiteX0" fmla="*/ 0 w 4007733"/>
              <a:gd name="connsiteY0" fmla="*/ 2543763 h 2559805"/>
              <a:gd name="connsiteX1" fmla="*/ 767282 w 4007733"/>
              <a:gd name="connsiteY1" fmla="*/ 2542590 h 2559805"/>
              <a:gd name="connsiteX2" fmla="*/ 1133315 w 4007733"/>
              <a:gd name="connsiteY2" fmla="*/ 2496712 h 2559805"/>
              <a:gd name="connsiteX3" fmla="*/ 1636979 w 4007733"/>
              <a:gd name="connsiteY3" fmla="*/ 33076 h 2559805"/>
              <a:gd name="connsiteX4" fmla="*/ 2600483 w 4007733"/>
              <a:gd name="connsiteY4" fmla="*/ 1116505 h 2559805"/>
              <a:gd name="connsiteX5" fmla="*/ 2975810 w 4007733"/>
              <a:gd name="connsiteY5" fmla="*/ 1701553 h 2559805"/>
              <a:gd name="connsiteX6" fmla="*/ 3457073 w 4007733"/>
              <a:gd name="connsiteY6" fmla="*/ 1581237 h 2559805"/>
              <a:gd name="connsiteX7" fmla="*/ 4002505 w 4007733"/>
              <a:gd name="connsiteY7" fmla="*/ 2559805 h 2559805"/>
              <a:gd name="connsiteX0" fmla="*/ 0 w 4152810"/>
              <a:gd name="connsiteY0" fmla="*/ 2543763 h 2558034"/>
              <a:gd name="connsiteX1" fmla="*/ 767282 w 4152810"/>
              <a:gd name="connsiteY1" fmla="*/ 2542590 h 2558034"/>
              <a:gd name="connsiteX2" fmla="*/ 1133315 w 4152810"/>
              <a:gd name="connsiteY2" fmla="*/ 2496712 h 2558034"/>
              <a:gd name="connsiteX3" fmla="*/ 1636979 w 4152810"/>
              <a:gd name="connsiteY3" fmla="*/ 33076 h 2558034"/>
              <a:gd name="connsiteX4" fmla="*/ 2600483 w 4152810"/>
              <a:gd name="connsiteY4" fmla="*/ 1116505 h 2558034"/>
              <a:gd name="connsiteX5" fmla="*/ 2975810 w 4152810"/>
              <a:gd name="connsiteY5" fmla="*/ 1701553 h 2558034"/>
              <a:gd name="connsiteX6" fmla="*/ 3457073 w 4152810"/>
              <a:gd name="connsiteY6" fmla="*/ 1581237 h 2558034"/>
              <a:gd name="connsiteX7" fmla="*/ 4148809 w 4152810"/>
              <a:gd name="connsiteY7" fmla="*/ 1992877 h 2558034"/>
              <a:gd name="connsiteX0" fmla="*/ 0 w 3792649"/>
              <a:gd name="connsiteY0" fmla="*/ 2543763 h 2558034"/>
              <a:gd name="connsiteX1" fmla="*/ 767282 w 3792649"/>
              <a:gd name="connsiteY1" fmla="*/ 2542590 h 2558034"/>
              <a:gd name="connsiteX2" fmla="*/ 1133315 w 3792649"/>
              <a:gd name="connsiteY2" fmla="*/ 2496712 h 2558034"/>
              <a:gd name="connsiteX3" fmla="*/ 1636979 w 3792649"/>
              <a:gd name="connsiteY3" fmla="*/ 33076 h 2558034"/>
              <a:gd name="connsiteX4" fmla="*/ 2600483 w 3792649"/>
              <a:gd name="connsiteY4" fmla="*/ 1116505 h 2558034"/>
              <a:gd name="connsiteX5" fmla="*/ 2975810 w 3792649"/>
              <a:gd name="connsiteY5" fmla="*/ 1701553 h 2558034"/>
              <a:gd name="connsiteX6" fmla="*/ 3457073 w 3792649"/>
              <a:gd name="connsiteY6" fmla="*/ 1581237 h 2558034"/>
              <a:gd name="connsiteX7" fmla="*/ 3783049 w 3792649"/>
              <a:gd name="connsiteY7" fmla="*/ 2349493 h 2558034"/>
              <a:gd name="connsiteX0" fmla="*/ 0 w 3789510"/>
              <a:gd name="connsiteY0" fmla="*/ 2543763 h 2558034"/>
              <a:gd name="connsiteX1" fmla="*/ 767282 w 3789510"/>
              <a:gd name="connsiteY1" fmla="*/ 2542590 h 2558034"/>
              <a:gd name="connsiteX2" fmla="*/ 1133315 w 3789510"/>
              <a:gd name="connsiteY2" fmla="*/ 2496712 h 2558034"/>
              <a:gd name="connsiteX3" fmla="*/ 1636979 w 3789510"/>
              <a:gd name="connsiteY3" fmla="*/ 33076 h 2558034"/>
              <a:gd name="connsiteX4" fmla="*/ 2600483 w 3789510"/>
              <a:gd name="connsiteY4" fmla="*/ 1116505 h 2558034"/>
              <a:gd name="connsiteX5" fmla="*/ 2975810 w 3789510"/>
              <a:gd name="connsiteY5" fmla="*/ 1701553 h 2558034"/>
              <a:gd name="connsiteX6" fmla="*/ 3329057 w 3789510"/>
              <a:gd name="connsiteY6" fmla="*/ 1910421 h 2558034"/>
              <a:gd name="connsiteX7" fmla="*/ 3783049 w 3789510"/>
              <a:gd name="connsiteY7" fmla="*/ 2349493 h 2558034"/>
              <a:gd name="connsiteX0" fmla="*/ 0 w 3787582"/>
              <a:gd name="connsiteY0" fmla="*/ 2543763 h 2558034"/>
              <a:gd name="connsiteX1" fmla="*/ 767282 w 3787582"/>
              <a:gd name="connsiteY1" fmla="*/ 2542590 h 2558034"/>
              <a:gd name="connsiteX2" fmla="*/ 1133315 w 3787582"/>
              <a:gd name="connsiteY2" fmla="*/ 2496712 h 2558034"/>
              <a:gd name="connsiteX3" fmla="*/ 1636979 w 3787582"/>
              <a:gd name="connsiteY3" fmla="*/ 33076 h 2558034"/>
              <a:gd name="connsiteX4" fmla="*/ 2600483 w 3787582"/>
              <a:gd name="connsiteY4" fmla="*/ 1116505 h 2558034"/>
              <a:gd name="connsiteX5" fmla="*/ 2975810 w 3787582"/>
              <a:gd name="connsiteY5" fmla="*/ 1701553 h 2558034"/>
              <a:gd name="connsiteX6" fmla="*/ 3164465 w 3787582"/>
              <a:gd name="connsiteY6" fmla="*/ 2175597 h 2558034"/>
              <a:gd name="connsiteX7" fmla="*/ 3783049 w 3787582"/>
              <a:gd name="connsiteY7" fmla="*/ 2349493 h 2558034"/>
              <a:gd name="connsiteX0" fmla="*/ 0 w 3969330"/>
              <a:gd name="connsiteY0" fmla="*/ 2543763 h 2558034"/>
              <a:gd name="connsiteX1" fmla="*/ 767282 w 3969330"/>
              <a:gd name="connsiteY1" fmla="*/ 2542590 h 2558034"/>
              <a:gd name="connsiteX2" fmla="*/ 1133315 w 3969330"/>
              <a:gd name="connsiteY2" fmla="*/ 2496712 h 2558034"/>
              <a:gd name="connsiteX3" fmla="*/ 1636979 w 3969330"/>
              <a:gd name="connsiteY3" fmla="*/ 33076 h 2558034"/>
              <a:gd name="connsiteX4" fmla="*/ 2600483 w 3969330"/>
              <a:gd name="connsiteY4" fmla="*/ 1116505 h 2558034"/>
              <a:gd name="connsiteX5" fmla="*/ 2975810 w 3969330"/>
              <a:gd name="connsiteY5" fmla="*/ 1701553 h 2558034"/>
              <a:gd name="connsiteX6" fmla="*/ 3164465 w 3969330"/>
              <a:gd name="connsiteY6" fmla="*/ 2175597 h 2558034"/>
              <a:gd name="connsiteX7" fmla="*/ 3965929 w 3969330"/>
              <a:gd name="connsiteY7" fmla="*/ 2294629 h 2558034"/>
              <a:gd name="connsiteX0" fmla="*/ 0 w 4071765"/>
              <a:gd name="connsiteY0" fmla="*/ 2543763 h 2558034"/>
              <a:gd name="connsiteX1" fmla="*/ 767282 w 4071765"/>
              <a:gd name="connsiteY1" fmla="*/ 2542590 h 2558034"/>
              <a:gd name="connsiteX2" fmla="*/ 1133315 w 4071765"/>
              <a:gd name="connsiteY2" fmla="*/ 2496712 h 2558034"/>
              <a:gd name="connsiteX3" fmla="*/ 1636979 w 4071765"/>
              <a:gd name="connsiteY3" fmla="*/ 33076 h 2558034"/>
              <a:gd name="connsiteX4" fmla="*/ 2600483 w 4071765"/>
              <a:gd name="connsiteY4" fmla="*/ 1116505 h 2558034"/>
              <a:gd name="connsiteX5" fmla="*/ 2975810 w 4071765"/>
              <a:gd name="connsiteY5" fmla="*/ 1701553 h 2558034"/>
              <a:gd name="connsiteX6" fmla="*/ 3164465 w 4071765"/>
              <a:gd name="connsiteY6" fmla="*/ 2175597 h 2558034"/>
              <a:gd name="connsiteX7" fmla="*/ 3965929 w 4071765"/>
              <a:gd name="connsiteY7" fmla="*/ 2294629 h 2558034"/>
              <a:gd name="connsiteX0" fmla="*/ 0 w 4148178"/>
              <a:gd name="connsiteY0" fmla="*/ 2543763 h 2558034"/>
              <a:gd name="connsiteX1" fmla="*/ 767282 w 4148178"/>
              <a:gd name="connsiteY1" fmla="*/ 2542590 h 2558034"/>
              <a:gd name="connsiteX2" fmla="*/ 1133315 w 4148178"/>
              <a:gd name="connsiteY2" fmla="*/ 2496712 h 2558034"/>
              <a:gd name="connsiteX3" fmla="*/ 1636979 w 4148178"/>
              <a:gd name="connsiteY3" fmla="*/ 33076 h 2558034"/>
              <a:gd name="connsiteX4" fmla="*/ 2600483 w 4148178"/>
              <a:gd name="connsiteY4" fmla="*/ 1116505 h 2558034"/>
              <a:gd name="connsiteX5" fmla="*/ 2975810 w 4148178"/>
              <a:gd name="connsiteY5" fmla="*/ 1701553 h 2558034"/>
              <a:gd name="connsiteX6" fmla="*/ 3164465 w 4148178"/>
              <a:gd name="connsiteY6" fmla="*/ 2175597 h 2558034"/>
              <a:gd name="connsiteX7" fmla="*/ 4048225 w 4148178"/>
              <a:gd name="connsiteY7" fmla="*/ 2331205 h 2558034"/>
              <a:gd name="connsiteX0" fmla="*/ 0 w 4175887"/>
              <a:gd name="connsiteY0" fmla="*/ 2547721 h 2560852"/>
              <a:gd name="connsiteX1" fmla="*/ 794991 w 4175887"/>
              <a:gd name="connsiteY1" fmla="*/ 2542590 h 2560852"/>
              <a:gd name="connsiteX2" fmla="*/ 1161024 w 4175887"/>
              <a:gd name="connsiteY2" fmla="*/ 2496712 h 2560852"/>
              <a:gd name="connsiteX3" fmla="*/ 1664688 w 4175887"/>
              <a:gd name="connsiteY3" fmla="*/ 33076 h 2560852"/>
              <a:gd name="connsiteX4" fmla="*/ 2628192 w 4175887"/>
              <a:gd name="connsiteY4" fmla="*/ 1116505 h 2560852"/>
              <a:gd name="connsiteX5" fmla="*/ 3003519 w 4175887"/>
              <a:gd name="connsiteY5" fmla="*/ 1701553 h 2560852"/>
              <a:gd name="connsiteX6" fmla="*/ 3192174 w 4175887"/>
              <a:gd name="connsiteY6" fmla="*/ 2175597 h 2560852"/>
              <a:gd name="connsiteX7" fmla="*/ 4075934 w 4175887"/>
              <a:gd name="connsiteY7" fmla="*/ 2331205 h 2560852"/>
              <a:gd name="connsiteX0" fmla="*/ 0 w 4175887"/>
              <a:gd name="connsiteY0" fmla="*/ 2547721 h 2547721"/>
              <a:gd name="connsiteX1" fmla="*/ 794991 w 4175887"/>
              <a:gd name="connsiteY1" fmla="*/ 2542590 h 2547721"/>
              <a:gd name="connsiteX2" fmla="*/ 1161024 w 4175887"/>
              <a:gd name="connsiteY2" fmla="*/ 2496712 h 2547721"/>
              <a:gd name="connsiteX3" fmla="*/ 1664688 w 4175887"/>
              <a:gd name="connsiteY3" fmla="*/ 33076 h 2547721"/>
              <a:gd name="connsiteX4" fmla="*/ 2628192 w 4175887"/>
              <a:gd name="connsiteY4" fmla="*/ 1116505 h 2547721"/>
              <a:gd name="connsiteX5" fmla="*/ 3003519 w 4175887"/>
              <a:gd name="connsiteY5" fmla="*/ 1701553 h 2547721"/>
              <a:gd name="connsiteX6" fmla="*/ 3192174 w 4175887"/>
              <a:gd name="connsiteY6" fmla="*/ 2175597 h 2547721"/>
              <a:gd name="connsiteX7" fmla="*/ 4075934 w 4175887"/>
              <a:gd name="connsiteY7" fmla="*/ 2331205 h 2547721"/>
              <a:gd name="connsiteX0" fmla="*/ 0 w 4175887"/>
              <a:gd name="connsiteY0" fmla="*/ 2567600 h 2567600"/>
              <a:gd name="connsiteX1" fmla="*/ 794991 w 4175887"/>
              <a:gd name="connsiteY1" fmla="*/ 2542590 h 2567600"/>
              <a:gd name="connsiteX2" fmla="*/ 1161024 w 4175887"/>
              <a:gd name="connsiteY2" fmla="*/ 2496712 h 2567600"/>
              <a:gd name="connsiteX3" fmla="*/ 1664688 w 4175887"/>
              <a:gd name="connsiteY3" fmla="*/ 33076 h 2567600"/>
              <a:gd name="connsiteX4" fmla="*/ 2628192 w 4175887"/>
              <a:gd name="connsiteY4" fmla="*/ 1116505 h 2567600"/>
              <a:gd name="connsiteX5" fmla="*/ 3003519 w 4175887"/>
              <a:gd name="connsiteY5" fmla="*/ 1701553 h 2567600"/>
              <a:gd name="connsiteX6" fmla="*/ 3192174 w 4175887"/>
              <a:gd name="connsiteY6" fmla="*/ 2175597 h 2567600"/>
              <a:gd name="connsiteX7" fmla="*/ 4075934 w 4175887"/>
              <a:gd name="connsiteY7" fmla="*/ 2331205 h 2567600"/>
              <a:gd name="connsiteX0" fmla="*/ 0 w 4175887"/>
              <a:gd name="connsiteY0" fmla="*/ 2559649 h 2559649"/>
              <a:gd name="connsiteX1" fmla="*/ 794991 w 4175887"/>
              <a:gd name="connsiteY1" fmla="*/ 2542590 h 2559649"/>
              <a:gd name="connsiteX2" fmla="*/ 1161024 w 4175887"/>
              <a:gd name="connsiteY2" fmla="*/ 2496712 h 2559649"/>
              <a:gd name="connsiteX3" fmla="*/ 1664688 w 4175887"/>
              <a:gd name="connsiteY3" fmla="*/ 33076 h 2559649"/>
              <a:gd name="connsiteX4" fmla="*/ 2628192 w 4175887"/>
              <a:gd name="connsiteY4" fmla="*/ 1116505 h 2559649"/>
              <a:gd name="connsiteX5" fmla="*/ 3003519 w 4175887"/>
              <a:gd name="connsiteY5" fmla="*/ 1701553 h 2559649"/>
              <a:gd name="connsiteX6" fmla="*/ 3192174 w 4175887"/>
              <a:gd name="connsiteY6" fmla="*/ 2175597 h 2559649"/>
              <a:gd name="connsiteX7" fmla="*/ 4075934 w 4175887"/>
              <a:gd name="connsiteY7" fmla="*/ 2331205 h 2559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75887" h="2559649">
                <a:moveTo>
                  <a:pt x="0" y="2559649"/>
                </a:moveTo>
                <a:lnTo>
                  <a:pt x="794991" y="2542590"/>
                </a:lnTo>
                <a:cubicBezTo>
                  <a:pt x="983877" y="2534748"/>
                  <a:pt x="664813" y="2563701"/>
                  <a:pt x="1161024" y="2496712"/>
                </a:cubicBezTo>
                <a:cubicBezTo>
                  <a:pt x="1657235" y="2429723"/>
                  <a:pt x="1420160" y="263110"/>
                  <a:pt x="1664688" y="33076"/>
                </a:cubicBezTo>
                <a:cubicBezTo>
                  <a:pt x="1909216" y="-196958"/>
                  <a:pt x="2405054" y="838426"/>
                  <a:pt x="2628192" y="1116505"/>
                </a:cubicBezTo>
                <a:cubicBezTo>
                  <a:pt x="2851330" y="1394584"/>
                  <a:pt x="2909522" y="1525038"/>
                  <a:pt x="3003519" y="1701553"/>
                </a:cubicBezTo>
                <a:cubicBezTo>
                  <a:pt x="3097516" y="1878068"/>
                  <a:pt x="3021058" y="2032555"/>
                  <a:pt x="3192174" y="2175597"/>
                </a:cubicBezTo>
                <a:cubicBezTo>
                  <a:pt x="3363290" y="2318639"/>
                  <a:pt x="4517466" y="2206077"/>
                  <a:pt x="4075934" y="2331205"/>
                </a:cubicBezTo>
              </a:path>
            </a:pathLst>
          </a:custGeom>
          <a:noFill/>
          <a:ln>
            <a:solidFill>
              <a:srgbClr val="DF6D0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 dirty="0">
              <a:solidFill>
                <a:srgbClr val="DF6D07"/>
              </a:solidFill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DC82D3B-5580-1665-851A-288ABC902B34}"/>
              </a:ext>
            </a:extLst>
          </p:cNvPr>
          <p:cNvCxnSpPr/>
          <p:nvPr/>
        </p:nvCxnSpPr>
        <p:spPr>
          <a:xfrm>
            <a:off x="6671890" y="4283445"/>
            <a:ext cx="1008286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FF6ACB17-9F35-6C34-E500-6B552F6EA5FB}"/>
              </a:ext>
            </a:extLst>
          </p:cNvPr>
          <p:cNvSpPr/>
          <p:nvPr/>
        </p:nvSpPr>
        <p:spPr>
          <a:xfrm>
            <a:off x="7472573" y="3960060"/>
            <a:ext cx="463291" cy="22117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0CCB5A9-D527-613C-A866-D244D2DDEDA3}"/>
              </a:ext>
            </a:extLst>
          </p:cNvPr>
          <p:cNvSpPr txBox="1"/>
          <p:nvPr/>
        </p:nvSpPr>
        <p:spPr>
          <a:xfrm>
            <a:off x="4959253" y="1411840"/>
            <a:ext cx="4090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sz="1200" dirty="0">
                <a:solidFill>
                  <a:srgbClr val="DF6D07"/>
                </a:solidFill>
              </a:rPr>
              <a:t>C</a:t>
            </a:r>
            <a:r>
              <a:rPr lang="en-TR" sz="1200" baseline="-25000" dirty="0">
                <a:solidFill>
                  <a:srgbClr val="DF6D07"/>
                </a:solidFill>
              </a:rPr>
              <a:t>out</a:t>
            </a:r>
            <a:endParaRPr lang="en-TR" sz="1200" dirty="0">
              <a:solidFill>
                <a:srgbClr val="DF6D07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6A69858-1FE1-DBD0-04D0-C77122E193F3}"/>
              </a:ext>
            </a:extLst>
          </p:cNvPr>
          <p:cNvSpPr txBox="1"/>
          <p:nvPr/>
        </p:nvSpPr>
        <p:spPr>
          <a:xfrm>
            <a:off x="3095679" y="1355304"/>
            <a:ext cx="3449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sz="1200" dirty="0"/>
              <a:t>C</a:t>
            </a:r>
            <a:r>
              <a:rPr lang="en-TR" sz="1200" baseline="-25000" dirty="0"/>
              <a:t>in</a:t>
            </a:r>
            <a:endParaRPr lang="en-TR" sz="12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3B16CA0-709E-BE16-F123-C7AB2ADB7F39}"/>
              </a:ext>
            </a:extLst>
          </p:cNvPr>
          <p:cNvSpPr txBox="1"/>
          <p:nvPr/>
        </p:nvSpPr>
        <p:spPr>
          <a:xfrm>
            <a:off x="4152055" y="2005657"/>
            <a:ext cx="2600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sz="1200" dirty="0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1847BC9-ED20-5EC6-F1CA-8E896C75AFF0}"/>
              </a:ext>
            </a:extLst>
          </p:cNvPr>
          <p:cNvSpPr txBox="1"/>
          <p:nvPr/>
        </p:nvSpPr>
        <p:spPr>
          <a:xfrm>
            <a:off x="2567289" y="2733724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sz="1200" dirty="0"/>
              <a:t>C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EF468F1-B99A-11CA-4586-1B6A75B23352}"/>
              </a:ext>
            </a:extLst>
          </p:cNvPr>
          <p:cNvSpPr txBox="1"/>
          <p:nvPr/>
        </p:nvSpPr>
        <p:spPr>
          <a:xfrm>
            <a:off x="5030586" y="4379699"/>
            <a:ext cx="2359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sz="1200" dirty="0"/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3344470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23907-7538-3AF7-0FA6-62F17843D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1. RTD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619B6-F9E5-D12D-9662-46FC18607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811" y="982800"/>
            <a:ext cx="11568608" cy="5398528"/>
          </a:xfrm>
        </p:spPr>
        <p:txBody>
          <a:bodyPr/>
          <a:lstStyle/>
          <a:p>
            <a:r>
              <a:rPr lang="en-TR" dirty="0"/>
              <a:t>The RTD at the first point which represents the RTD of the MS capillary.</a:t>
            </a:r>
          </a:p>
          <a:p>
            <a:r>
              <a:rPr lang="en-TR" dirty="0"/>
              <a:t>The data is from the old MS and the duration of the experiment is 41 sc.</a:t>
            </a:r>
          </a:p>
          <a:p>
            <a:pPr marL="0" indent="0">
              <a:buNone/>
            </a:pPr>
            <a:endParaRPr lang="en-TR" dirty="0"/>
          </a:p>
          <a:p>
            <a:pPr marL="0" indent="0">
              <a:buNone/>
            </a:pPr>
            <a:endParaRPr lang="en-T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C8A2E6A-0735-2BBB-5283-723D84E0CE53}"/>
                  </a:ext>
                </a:extLst>
              </p:cNvPr>
              <p:cNvSpPr/>
              <p:nvPr/>
            </p:nvSpPr>
            <p:spPr>
              <a:xfrm>
                <a:off x="2639616" y="1844824"/>
                <a:ext cx="1619164" cy="113560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</m:oMath>
                </a14:m>
                <a:r>
                  <a:rPr lang="en-US" sz="1400" dirty="0"/>
                  <a:t>t</a:t>
                </a:r>
                <a:r>
                  <a:rPr lang="en-TR" sz="1400" baseline="-25000" dirty="0"/>
                  <a:t>c</a:t>
                </a:r>
                <a:r>
                  <a:rPr lang="en-TR" sz="1400" dirty="0"/>
                  <a:t>= 41 s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</m:oMath>
                </a14:m>
                <a:r>
                  <a:rPr lang="en-US" sz="1400" dirty="0"/>
                  <a:t>t</a:t>
                </a:r>
                <a:r>
                  <a:rPr lang="en-TR" sz="1400" baseline="-25000" dirty="0"/>
                  <a:t>E</a:t>
                </a:r>
                <a:r>
                  <a:rPr lang="en-TR" sz="1400" dirty="0"/>
                  <a:t>= 10 s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</m:oMath>
                </a14:m>
                <a:r>
                  <a:rPr lang="en-TR" sz="1400" dirty="0"/>
                  <a:t>t</a:t>
                </a:r>
                <a:r>
                  <a:rPr lang="en-TR" sz="1400" baseline="-25000" dirty="0"/>
                  <a:t>I</a:t>
                </a:r>
                <a:r>
                  <a:rPr lang="en-TR" sz="1400" dirty="0"/>
                  <a:t>=</a:t>
                </a:r>
                <a:r>
                  <a:rPr lang="en-US" sz="1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</m:oMath>
                </a14:m>
                <a:r>
                  <a:rPr lang="en-US" sz="1400" dirty="0"/>
                  <a:t>t</a:t>
                </a:r>
                <a:r>
                  <a:rPr lang="en-TR" sz="1400" baseline="-25000" dirty="0"/>
                  <a:t>c</a:t>
                </a:r>
                <a:r>
                  <a:rPr lang="en-TR" sz="1400" dirty="0"/>
                  <a:t>-</a:t>
                </a:r>
                <a:r>
                  <a:rPr lang="en-US" sz="1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</m:oMath>
                </a14:m>
                <a:r>
                  <a:rPr lang="en-US" sz="1400" dirty="0"/>
                  <a:t>t</a:t>
                </a:r>
                <a:r>
                  <a:rPr lang="en-TR" sz="1400" baseline="-25000" dirty="0"/>
                  <a:t>E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</m:oMath>
                </a14:m>
                <a:r>
                  <a:rPr lang="en-TR" sz="1400" dirty="0"/>
                  <a:t>t</a:t>
                </a:r>
                <a:r>
                  <a:rPr lang="en-TR" sz="1400" baseline="-25000" dirty="0"/>
                  <a:t>I</a:t>
                </a:r>
                <a:r>
                  <a:rPr lang="en-TR" sz="1400" dirty="0"/>
                  <a:t>= 31 s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C8A2E6A-0735-2BBB-5283-723D84E0CE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9616" y="1844824"/>
                <a:ext cx="1619164" cy="113560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3E3EBAED-46A8-74BC-425B-07B262937EA0}"/>
              </a:ext>
            </a:extLst>
          </p:cNvPr>
          <p:cNvSpPr txBox="1"/>
          <p:nvPr/>
        </p:nvSpPr>
        <p:spPr>
          <a:xfrm>
            <a:off x="5345044" y="2412625"/>
            <a:ext cx="341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&amp;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E7C5E46-879B-7F5A-C193-B6A4FB709C17}"/>
                  </a:ext>
                </a:extLst>
              </p:cNvPr>
              <p:cNvSpPr/>
              <p:nvPr/>
            </p:nvSpPr>
            <p:spPr>
              <a:xfrm>
                <a:off x="6960096" y="1827429"/>
                <a:ext cx="2160240" cy="137427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n</a:t>
                </a:r>
                <a:r>
                  <a:rPr lang="en-US" sz="1400" baseline="-25000" dirty="0" err="1"/>
                  <a:t>C</a:t>
                </a:r>
                <a:r>
                  <a:rPr lang="en-US" sz="1400" dirty="0"/>
                  <a:t>= 500</a:t>
                </a:r>
              </a:p>
              <a:p>
                <a:pPr algn="ctr"/>
                <a:r>
                  <a:rPr lang="en-US" sz="1400" dirty="0" err="1"/>
                  <a:t>n</a:t>
                </a:r>
                <a:r>
                  <a:rPr lang="en-US" sz="1400" baseline="-25000" dirty="0" err="1"/>
                  <a:t>I</a:t>
                </a:r>
                <a:r>
                  <a:rPr lang="en-US" sz="1400" dirty="0"/>
                  <a:t> =(n</a:t>
                </a:r>
                <a:r>
                  <a:rPr lang="en-US" sz="1400" baseline="-25000" dirty="0"/>
                  <a:t>C</a:t>
                </a:r>
                <a:r>
                  <a:rPr lang="en-US" sz="1400" dirty="0"/>
                  <a:t>-1)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tr-T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tr-TR" sz="14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tr-TR" sz="1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m:rPr>
                                <m:nor/>
                              </m:rPr>
                              <a:rPr lang="en-US" sz="1400" dirty="0"/>
                              <m:t>t</m:t>
                            </m:r>
                            <m:r>
                              <m:rPr>
                                <m:nor/>
                              </m:rPr>
                              <a:rPr lang="en-TR" sz="1400" baseline="-25000" dirty="0"/>
                              <m:t>E</m:t>
                            </m:r>
                          </m:num>
                          <m:den>
                            <m:r>
                              <a:rPr lang="en-US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m:rPr>
                                <m:nor/>
                              </m:rPr>
                              <a:rPr lang="en-TR" sz="1400" dirty="0"/>
                              <m:t>t</m:t>
                            </m:r>
                            <m:r>
                              <m:rPr>
                                <m:nor/>
                              </m:rPr>
                              <a:rPr lang="en-TR" sz="1400" baseline="-25000" dirty="0"/>
                              <m:t>I</m:t>
                            </m:r>
                          </m:den>
                        </m:f>
                      </m:den>
                    </m:f>
                  </m:oMath>
                </a14:m>
                <a:endParaRPr lang="en-TR" sz="1400" dirty="0"/>
              </a:p>
              <a:p>
                <a:pPr algn="ctr"/>
                <a:r>
                  <a:rPr lang="en-US" sz="1400" dirty="0" err="1"/>
                  <a:t>n</a:t>
                </a:r>
                <a:r>
                  <a:rPr lang="en-US" sz="1400" baseline="-25000" dirty="0" err="1"/>
                  <a:t>I</a:t>
                </a:r>
                <a:r>
                  <a:rPr lang="en-US" sz="1400" dirty="0"/>
                  <a:t>=377</a:t>
                </a:r>
              </a:p>
              <a:p>
                <a:pPr algn="ctr"/>
                <a:r>
                  <a:rPr lang="en-US" sz="1400" dirty="0" err="1"/>
                  <a:t>n</a:t>
                </a:r>
                <a:r>
                  <a:rPr lang="en-US" sz="1400" baseline="-25000" dirty="0" err="1"/>
                  <a:t>E</a:t>
                </a:r>
                <a:r>
                  <a:rPr lang="en-US" sz="1400" dirty="0"/>
                  <a:t>= </a:t>
                </a:r>
                <a:r>
                  <a:rPr lang="en-US" sz="1400" dirty="0" err="1"/>
                  <a:t>n</a:t>
                </a:r>
                <a:r>
                  <a:rPr lang="en-US" sz="1400" baseline="-25000" dirty="0" err="1"/>
                  <a:t>C</a:t>
                </a:r>
                <a:r>
                  <a:rPr lang="en-US" sz="1400" dirty="0"/>
                  <a:t> – </a:t>
                </a:r>
                <a:r>
                  <a:rPr lang="en-US" sz="1400" dirty="0" err="1"/>
                  <a:t>n</a:t>
                </a:r>
                <a:r>
                  <a:rPr lang="en-US" sz="1400" baseline="-25000" dirty="0" err="1"/>
                  <a:t>I</a:t>
                </a:r>
                <a:r>
                  <a:rPr lang="en-US" sz="1400" baseline="-25000" dirty="0"/>
                  <a:t> </a:t>
                </a:r>
                <a:r>
                  <a:rPr lang="en-US" sz="1400" dirty="0"/>
                  <a:t> – 1</a:t>
                </a:r>
              </a:p>
              <a:p>
                <a:pPr algn="ctr"/>
                <a:r>
                  <a:rPr lang="en-US" sz="1400" dirty="0" err="1"/>
                  <a:t>n</a:t>
                </a:r>
                <a:r>
                  <a:rPr lang="en-US" sz="1400" baseline="-25000" dirty="0" err="1"/>
                  <a:t>E</a:t>
                </a:r>
                <a:r>
                  <a:rPr lang="en-US" sz="1400" dirty="0"/>
                  <a:t>=122</a:t>
                </a:r>
                <a:endParaRPr lang="en-TR" sz="140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E7C5E46-879B-7F5A-C193-B6A4FB709C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0096" y="1827429"/>
                <a:ext cx="2160240" cy="1374278"/>
              </a:xfrm>
              <a:prstGeom prst="rect">
                <a:avLst/>
              </a:prstGeom>
              <a:blipFill>
                <a:blip r:embed="rId3"/>
                <a:stretch>
                  <a:fillRect t="-909" b="-4545"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514B8640-804D-2889-5183-CE98C4AE9CF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88"/>
          <a:stretch/>
        </p:blipFill>
        <p:spPr>
          <a:xfrm>
            <a:off x="80581" y="3355376"/>
            <a:ext cx="5486400" cy="3284984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B1AD777-1B8A-991C-7C1A-24CE02EAE9BD}"/>
              </a:ext>
            </a:extLst>
          </p:cNvPr>
          <p:cNvCxnSpPr>
            <a:cxnSpLocks/>
          </p:cNvCxnSpPr>
          <p:nvPr/>
        </p:nvCxnSpPr>
        <p:spPr>
          <a:xfrm flipV="1">
            <a:off x="5240609" y="4874938"/>
            <a:ext cx="2084155" cy="253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1D4A43E-752E-6BDB-1C8C-97928EFD3C8C}"/>
              </a:ext>
            </a:extLst>
          </p:cNvPr>
          <p:cNvSpPr txBox="1"/>
          <p:nvPr/>
        </p:nvSpPr>
        <p:spPr>
          <a:xfrm>
            <a:off x="5448036" y="4141910"/>
            <a:ext cx="16693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TR" dirty="0"/>
              <a:t>Elimination of </a:t>
            </a:r>
          </a:p>
          <a:p>
            <a:pPr algn="ctr"/>
            <a:r>
              <a:rPr lang="en-TR" dirty="0"/>
              <a:t>data set : </a:t>
            </a:r>
            <a:r>
              <a:rPr lang="en-TR" b="1" dirty="0"/>
              <a:t>7, 12 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F69CE13-C936-F990-6288-069AB0E620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8833" y="3324595"/>
            <a:ext cx="4782586" cy="332808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EDEF862-A727-C52A-C43C-8B7BD20D89B0}"/>
              </a:ext>
            </a:extLst>
          </p:cNvPr>
          <p:cNvSpPr txBox="1"/>
          <p:nvPr/>
        </p:nvSpPr>
        <p:spPr>
          <a:xfrm>
            <a:off x="728133" y="3064933"/>
            <a:ext cx="2133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b="1" dirty="0"/>
              <a:t>Total flow rate </a:t>
            </a:r>
            <a:r>
              <a:rPr lang="en-TR" dirty="0"/>
              <a:t>: 100 </a:t>
            </a:r>
          </a:p>
        </p:txBody>
      </p:sp>
    </p:spTree>
    <p:extLst>
      <p:ext uri="{BB962C8B-B14F-4D97-AF65-F5344CB8AC3E}">
        <p14:creationId xmlns:p14="http://schemas.microsoft.com/office/powerpoint/2010/main" val="3585412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78006-344E-26FA-C273-3847D9029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Question: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C64EDA5-086F-0A53-00B7-CEAE948EAB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20734" y="1075207"/>
            <a:ext cx="3475793" cy="22820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A2A73D-CD25-C076-B60B-6AA52F55F1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60" y="2492896"/>
            <a:ext cx="3590961" cy="23638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62052A-018C-3C25-68E7-7261E87C6B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2812" y="4539242"/>
            <a:ext cx="3384376" cy="2282086"/>
          </a:xfrm>
          <a:prstGeom prst="rect">
            <a:avLst/>
          </a:prstGeom>
        </p:spPr>
      </p:pic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795460C7-BED2-0763-616A-6550E940EBF9}"/>
              </a:ext>
            </a:extLst>
          </p:cNvPr>
          <p:cNvCxnSpPr>
            <a:stCxn id="5" idx="2"/>
            <a:endCxn id="7" idx="1"/>
          </p:cNvCxnSpPr>
          <p:nvPr/>
        </p:nvCxnSpPr>
        <p:spPr>
          <a:xfrm rot="16200000" flipH="1">
            <a:off x="2810081" y="4177554"/>
            <a:ext cx="823490" cy="218197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F69C8A15-BE55-3F0A-06EA-9F521D4E1D8C}"/>
              </a:ext>
            </a:extLst>
          </p:cNvPr>
          <p:cNvCxnSpPr>
            <a:cxnSpLocks/>
            <a:stCxn id="5" idx="0"/>
          </p:cNvCxnSpPr>
          <p:nvPr/>
        </p:nvCxnSpPr>
        <p:spPr>
          <a:xfrm rot="5400000" flipH="1" flipV="1">
            <a:off x="2851751" y="1123914"/>
            <a:ext cx="648072" cy="208989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7A33BC39-B3A9-15D4-9925-4199F8FB85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9494" y="4557551"/>
            <a:ext cx="4099332" cy="184208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AD60D25-2BAA-59A2-4FD3-302F1CF874B2}"/>
              </a:ext>
            </a:extLst>
          </p:cNvPr>
          <p:cNvSpPr txBox="1"/>
          <p:nvPr/>
        </p:nvSpPr>
        <p:spPr>
          <a:xfrm>
            <a:off x="10140158" y="4622208"/>
            <a:ext cx="17886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TR" b="1" dirty="0">
                <a:solidFill>
                  <a:srgbClr val="DF6D07"/>
                </a:solidFill>
              </a:rPr>
              <a:t>Better</a:t>
            </a:r>
            <a:r>
              <a:rPr lang="en-TR" dirty="0"/>
              <a:t> results with elimintaion</a:t>
            </a:r>
          </a:p>
        </p:txBody>
      </p:sp>
    </p:spTree>
    <p:extLst>
      <p:ext uri="{BB962C8B-B14F-4D97-AF65-F5344CB8AC3E}">
        <p14:creationId xmlns:p14="http://schemas.microsoft.com/office/powerpoint/2010/main" val="1650107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54BEB7B-C139-762A-E125-2817659AED33}"/>
              </a:ext>
            </a:extLst>
          </p:cNvPr>
          <p:cNvSpPr txBox="1">
            <a:spLocks/>
          </p:cNvSpPr>
          <p:nvPr/>
        </p:nvSpPr>
        <p:spPr>
          <a:xfrm>
            <a:off x="311696" y="620688"/>
            <a:ext cx="11568608" cy="57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de-DE" sz="2400" b="0" kern="1200">
                <a:solidFill>
                  <a:srgbClr val="DF6D0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TR"/>
              <a:t>1. RTD </a:t>
            </a:r>
            <a:endParaRPr lang="en-T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12EA44-3F0F-0959-33B5-E989A66E8011}"/>
              </a:ext>
            </a:extLst>
          </p:cNvPr>
          <p:cNvSpPr txBox="1"/>
          <p:nvPr/>
        </p:nvSpPr>
        <p:spPr>
          <a:xfrm>
            <a:off x="1834078" y="1449842"/>
            <a:ext cx="2133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b="1" dirty="0"/>
              <a:t>Total flow rate </a:t>
            </a:r>
            <a:r>
              <a:rPr lang="en-TR" dirty="0"/>
              <a:t>: 150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869FD4-EFFA-AE75-8933-902B56B7C840}"/>
              </a:ext>
            </a:extLst>
          </p:cNvPr>
          <p:cNvSpPr txBox="1"/>
          <p:nvPr/>
        </p:nvSpPr>
        <p:spPr>
          <a:xfrm>
            <a:off x="8209962" y="1412762"/>
            <a:ext cx="2133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b="1" dirty="0"/>
              <a:t>Total flow rate </a:t>
            </a:r>
            <a:r>
              <a:rPr lang="en-TR" dirty="0"/>
              <a:t>: 200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5473BDB-110F-1659-DEE1-0A62B9F73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00" y="2072328"/>
            <a:ext cx="5031455" cy="32947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4E182CB-9639-DFDD-18A7-1B73F84CEC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0528" y="2072328"/>
            <a:ext cx="5329259" cy="3376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596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RTD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99C0512-6CF4-7E64-2A0E-DCE3328506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R" dirty="0"/>
              <a:t>The RTD at the end of the first laminar behaviour tube. (Just right before the reactor)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74EEA78-6B8C-DA35-30EB-E1FA9E7BF3F2}"/>
                  </a:ext>
                </a:extLst>
              </p:cNvPr>
              <p:cNvSpPr/>
              <p:nvPr/>
            </p:nvSpPr>
            <p:spPr>
              <a:xfrm>
                <a:off x="468167" y="1878303"/>
                <a:ext cx="1619164" cy="113560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</m:oMath>
                </a14:m>
                <a:r>
                  <a:rPr lang="en-US" sz="1400" dirty="0"/>
                  <a:t>t</a:t>
                </a:r>
                <a:r>
                  <a:rPr lang="en-TR" sz="1400" baseline="-25000" dirty="0"/>
                  <a:t>c</a:t>
                </a:r>
                <a:r>
                  <a:rPr lang="en-TR" sz="1400" dirty="0"/>
                  <a:t>= 51 s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</m:oMath>
                </a14:m>
                <a:r>
                  <a:rPr lang="en-US" sz="1400" dirty="0"/>
                  <a:t>t</a:t>
                </a:r>
                <a:r>
                  <a:rPr lang="en-TR" sz="1400" baseline="-25000" dirty="0"/>
                  <a:t>E</a:t>
                </a:r>
                <a:r>
                  <a:rPr lang="en-TR" sz="1400" dirty="0"/>
                  <a:t>= 10 s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</m:oMath>
                </a14:m>
                <a:r>
                  <a:rPr lang="en-TR" sz="1400" dirty="0"/>
                  <a:t>t</a:t>
                </a:r>
                <a:r>
                  <a:rPr lang="en-TR" sz="1400" baseline="-25000" dirty="0"/>
                  <a:t>I</a:t>
                </a:r>
                <a:r>
                  <a:rPr lang="en-TR" sz="1400" dirty="0"/>
                  <a:t>=</a:t>
                </a:r>
                <a:r>
                  <a:rPr lang="en-US" sz="1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</m:oMath>
                </a14:m>
                <a:r>
                  <a:rPr lang="en-US" sz="1400" dirty="0"/>
                  <a:t>t</a:t>
                </a:r>
                <a:r>
                  <a:rPr lang="en-TR" sz="1400" baseline="-25000" dirty="0"/>
                  <a:t>c</a:t>
                </a:r>
                <a:r>
                  <a:rPr lang="en-TR" sz="1400" dirty="0"/>
                  <a:t>-</a:t>
                </a:r>
                <a:r>
                  <a:rPr lang="en-US" sz="1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</m:oMath>
                </a14:m>
                <a:r>
                  <a:rPr lang="en-US" sz="1400" dirty="0"/>
                  <a:t>t</a:t>
                </a:r>
                <a:r>
                  <a:rPr lang="en-TR" sz="1400" baseline="-25000" dirty="0"/>
                  <a:t>E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</m:oMath>
                </a14:m>
                <a:r>
                  <a:rPr lang="en-TR" sz="1400" dirty="0"/>
                  <a:t>t</a:t>
                </a:r>
                <a:r>
                  <a:rPr lang="en-TR" sz="1400" baseline="-25000" dirty="0"/>
                  <a:t>I</a:t>
                </a:r>
                <a:r>
                  <a:rPr lang="en-TR" sz="1400" dirty="0"/>
                  <a:t>= 41 s</a:t>
                </a: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74EEA78-6B8C-DA35-30EB-E1FA9E7BF3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167" y="1878303"/>
                <a:ext cx="1619164" cy="113560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3420E89-903E-67B4-2270-8E92EF1AB0D6}"/>
                  </a:ext>
                </a:extLst>
              </p:cNvPr>
              <p:cNvSpPr/>
              <p:nvPr/>
            </p:nvSpPr>
            <p:spPr>
              <a:xfrm>
                <a:off x="2891529" y="1765866"/>
                <a:ext cx="2160240" cy="137427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n</a:t>
                </a:r>
                <a:r>
                  <a:rPr lang="en-US" sz="1400" baseline="-25000" dirty="0" err="1"/>
                  <a:t>C</a:t>
                </a:r>
                <a:r>
                  <a:rPr lang="en-US" sz="1400" dirty="0"/>
                  <a:t>= 500</a:t>
                </a:r>
              </a:p>
              <a:p>
                <a:pPr algn="ctr"/>
                <a:r>
                  <a:rPr lang="en-US" sz="1400" dirty="0" err="1"/>
                  <a:t>n</a:t>
                </a:r>
                <a:r>
                  <a:rPr lang="en-US" sz="1400" baseline="-25000" dirty="0" err="1"/>
                  <a:t>I</a:t>
                </a:r>
                <a:r>
                  <a:rPr lang="en-US" sz="1400" dirty="0"/>
                  <a:t> =(n</a:t>
                </a:r>
                <a:r>
                  <a:rPr lang="en-US" sz="1400" baseline="-25000" dirty="0"/>
                  <a:t>C</a:t>
                </a:r>
                <a:r>
                  <a:rPr lang="en-US" sz="1400" dirty="0"/>
                  <a:t>-1)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tr-T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tr-TR" sz="14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tr-TR" sz="1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m:rPr>
                                <m:nor/>
                              </m:rPr>
                              <a:rPr lang="en-US" sz="1400" dirty="0"/>
                              <m:t>t</m:t>
                            </m:r>
                            <m:r>
                              <m:rPr>
                                <m:nor/>
                              </m:rPr>
                              <a:rPr lang="en-TR" sz="1400" baseline="-25000" dirty="0"/>
                              <m:t>E</m:t>
                            </m:r>
                          </m:num>
                          <m:den>
                            <m:r>
                              <a:rPr lang="en-US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m:rPr>
                                <m:nor/>
                              </m:rPr>
                              <a:rPr lang="en-TR" sz="1400" dirty="0"/>
                              <m:t>t</m:t>
                            </m:r>
                            <m:r>
                              <m:rPr>
                                <m:nor/>
                              </m:rPr>
                              <a:rPr lang="en-TR" sz="1400" baseline="-25000" dirty="0"/>
                              <m:t>I</m:t>
                            </m:r>
                          </m:den>
                        </m:f>
                      </m:den>
                    </m:f>
                  </m:oMath>
                </a14:m>
                <a:endParaRPr lang="en-TR" sz="1400" dirty="0"/>
              </a:p>
              <a:p>
                <a:pPr algn="ctr"/>
                <a:r>
                  <a:rPr lang="en-US" sz="1400" dirty="0" err="1"/>
                  <a:t>n</a:t>
                </a:r>
                <a:r>
                  <a:rPr lang="en-US" sz="1400" baseline="-25000" dirty="0" err="1"/>
                  <a:t>I</a:t>
                </a:r>
                <a:r>
                  <a:rPr lang="en-US" sz="1400" dirty="0"/>
                  <a:t>=401</a:t>
                </a:r>
              </a:p>
              <a:p>
                <a:pPr algn="ctr"/>
                <a:r>
                  <a:rPr lang="en-US" sz="1400" dirty="0" err="1"/>
                  <a:t>n</a:t>
                </a:r>
                <a:r>
                  <a:rPr lang="en-US" sz="1400" baseline="-25000" dirty="0" err="1"/>
                  <a:t>E</a:t>
                </a:r>
                <a:r>
                  <a:rPr lang="en-US" sz="1400" dirty="0"/>
                  <a:t>= </a:t>
                </a:r>
                <a:r>
                  <a:rPr lang="en-US" sz="1400" dirty="0" err="1"/>
                  <a:t>n</a:t>
                </a:r>
                <a:r>
                  <a:rPr lang="en-US" sz="1400" baseline="-25000" dirty="0" err="1"/>
                  <a:t>C</a:t>
                </a:r>
                <a:r>
                  <a:rPr lang="en-US" sz="1400" dirty="0"/>
                  <a:t> – </a:t>
                </a:r>
                <a:r>
                  <a:rPr lang="en-US" sz="1400" dirty="0" err="1"/>
                  <a:t>n</a:t>
                </a:r>
                <a:r>
                  <a:rPr lang="en-US" sz="1400" baseline="-25000" dirty="0" err="1"/>
                  <a:t>I</a:t>
                </a:r>
                <a:r>
                  <a:rPr lang="en-US" sz="1400" baseline="-25000" dirty="0"/>
                  <a:t> </a:t>
                </a:r>
                <a:r>
                  <a:rPr lang="en-US" sz="1400" dirty="0"/>
                  <a:t> – 1</a:t>
                </a:r>
              </a:p>
              <a:p>
                <a:pPr algn="ctr"/>
                <a:r>
                  <a:rPr lang="en-US" sz="1400" dirty="0" err="1"/>
                  <a:t>n</a:t>
                </a:r>
                <a:r>
                  <a:rPr lang="en-US" sz="1400" baseline="-25000" dirty="0" err="1"/>
                  <a:t>E</a:t>
                </a:r>
                <a:r>
                  <a:rPr lang="en-US" sz="1400" dirty="0"/>
                  <a:t>=98</a:t>
                </a:r>
                <a:endParaRPr lang="en-TR" sz="1400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3420E89-903E-67B4-2270-8E92EF1AB0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1529" y="1765866"/>
                <a:ext cx="2160240" cy="1374278"/>
              </a:xfrm>
              <a:prstGeom prst="rect">
                <a:avLst/>
              </a:prstGeom>
              <a:blipFill>
                <a:blip r:embed="rId3"/>
                <a:stretch>
                  <a:fillRect t="-901" b="-3604"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77B0142B-A969-84CE-3FD7-EF625919BC63}"/>
              </a:ext>
            </a:extLst>
          </p:cNvPr>
          <p:cNvSpPr txBox="1"/>
          <p:nvPr/>
        </p:nvSpPr>
        <p:spPr>
          <a:xfrm>
            <a:off x="2318550" y="2261438"/>
            <a:ext cx="34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R" dirty="0"/>
              <a:t>&amp;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3B561B-66E1-DEFF-0910-023E98964409}"/>
              </a:ext>
            </a:extLst>
          </p:cNvPr>
          <p:cNvSpPr txBox="1"/>
          <p:nvPr/>
        </p:nvSpPr>
        <p:spPr>
          <a:xfrm>
            <a:off x="2254430" y="3700908"/>
            <a:ext cx="470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b="1" dirty="0">
                <a:solidFill>
                  <a:srgbClr val="FF0000"/>
                </a:solidFill>
              </a:rPr>
              <a:t>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8A3858B9-63FE-DCF5-BEF8-A4DF640F0780}"/>
                  </a:ext>
                </a:extLst>
              </p:cNvPr>
              <p:cNvSpPr/>
              <p:nvPr/>
            </p:nvSpPr>
            <p:spPr>
              <a:xfrm>
                <a:off x="455765" y="4659816"/>
                <a:ext cx="1619164" cy="113560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</m:oMath>
                </a14:m>
                <a:r>
                  <a:rPr lang="en-US" sz="1400" dirty="0"/>
                  <a:t>t</a:t>
                </a:r>
                <a:r>
                  <a:rPr lang="en-TR" sz="1400" baseline="-25000" dirty="0"/>
                  <a:t>c</a:t>
                </a:r>
                <a:r>
                  <a:rPr lang="en-TR" sz="1400" dirty="0"/>
                  <a:t>= 51 s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</m:oMath>
                </a14:m>
                <a:r>
                  <a:rPr lang="en-US" sz="1400" dirty="0"/>
                  <a:t>t</a:t>
                </a:r>
                <a:r>
                  <a:rPr lang="en-TR" sz="1400" baseline="-25000" dirty="0"/>
                  <a:t>E</a:t>
                </a:r>
                <a:r>
                  <a:rPr lang="en-TR" sz="1400" dirty="0"/>
                  <a:t>= 15 s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</m:oMath>
                </a14:m>
                <a:r>
                  <a:rPr lang="en-TR" sz="1400" dirty="0"/>
                  <a:t>t</a:t>
                </a:r>
                <a:r>
                  <a:rPr lang="en-TR" sz="1400" baseline="-25000" dirty="0"/>
                  <a:t>I</a:t>
                </a:r>
                <a:r>
                  <a:rPr lang="en-TR" sz="1400" dirty="0"/>
                  <a:t>=</a:t>
                </a:r>
                <a:r>
                  <a:rPr lang="en-US" sz="1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</m:oMath>
                </a14:m>
                <a:r>
                  <a:rPr lang="en-US" sz="1400" dirty="0"/>
                  <a:t>t</a:t>
                </a:r>
                <a:r>
                  <a:rPr lang="en-TR" sz="1400" baseline="-25000" dirty="0"/>
                  <a:t>c</a:t>
                </a:r>
                <a:r>
                  <a:rPr lang="en-TR" sz="1400" dirty="0"/>
                  <a:t>-</a:t>
                </a:r>
                <a:r>
                  <a:rPr lang="en-US" sz="1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</m:oMath>
                </a14:m>
                <a:r>
                  <a:rPr lang="en-US" sz="1400" dirty="0"/>
                  <a:t>t</a:t>
                </a:r>
                <a:r>
                  <a:rPr lang="en-TR" sz="1400" baseline="-25000" dirty="0"/>
                  <a:t>E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</m:oMath>
                </a14:m>
                <a:r>
                  <a:rPr lang="en-TR" sz="1400" dirty="0"/>
                  <a:t>t</a:t>
                </a:r>
                <a:r>
                  <a:rPr lang="en-TR" sz="1400" baseline="-25000" dirty="0"/>
                  <a:t>I</a:t>
                </a:r>
                <a:r>
                  <a:rPr lang="en-TR" sz="1400" dirty="0"/>
                  <a:t>= 36 s</a:t>
                </a: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8A3858B9-63FE-DCF5-BEF8-A4DF640F07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765" y="4659816"/>
                <a:ext cx="1619164" cy="113560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7E7BBC2-1DA5-A7B3-5F3A-C92C81FF3314}"/>
                  </a:ext>
                </a:extLst>
              </p:cNvPr>
              <p:cNvSpPr/>
              <p:nvPr/>
            </p:nvSpPr>
            <p:spPr>
              <a:xfrm>
                <a:off x="2903931" y="4540478"/>
                <a:ext cx="2160240" cy="137427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n</a:t>
                </a:r>
                <a:r>
                  <a:rPr lang="en-US" sz="1400" baseline="-25000" dirty="0" err="1"/>
                  <a:t>C</a:t>
                </a:r>
                <a:r>
                  <a:rPr lang="en-US" sz="1400" dirty="0"/>
                  <a:t>= 500</a:t>
                </a:r>
              </a:p>
              <a:p>
                <a:pPr algn="ctr"/>
                <a:r>
                  <a:rPr lang="en-US" sz="1400" dirty="0" err="1"/>
                  <a:t>n</a:t>
                </a:r>
                <a:r>
                  <a:rPr lang="en-US" sz="1400" baseline="-25000" dirty="0" err="1"/>
                  <a:t>I</a:t>
                </a:r>
                <a:r>
                  <a:rPr lang="en-US" sz="1400" dirty="0"/>
                  <a:t> =(n</a:t>
                </a:r>
                <a:r>
                  <a:rPr lang="en-US" sz="1400" baseline="-25000" dirty="0"/>
                  <a:t>C</a:t>
                </a:r>
                <a:r>
                  <a:rPr lang="en-US" sz="1400" dirty="0"/>
                  <a:t>-1)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tr-T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tr-TR" sz="14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tr-TR" sz="1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m:rPr>
                                <m:nor/>
                              </m:rPr>
                              <a:rPr lang="en-US" sz="1400" dirty="0"/>
                              <m:t>t</m:t>
                            </m:r>
                            <m:r>
                              <m:rPr>
                                <m:nor/>
                              </m:rPr>
                              <a:rPr lang="en-TR" sz="1400" baseline="-25000" dirty="0"/>
                              <m:t>E</m:t>
                            </m:r>
                          </m:num>
                          <m:den>
                            <m:r>
                              <a:rPr lang="en-US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m:rPr>
                                <m:nor/>
                              </m:rPr>
                              <a:rPr lang="en-TR" sz="1400" dirty="0"/>
                              <m:t>t</m:t>
                            </m:r>
                            <m:r>
                              <m:rPr>
                                <m:nor/>
                              </m:rPr>
                              <a:rPr lang="en-TR" sz="1400" baseline="-25000" dirty="0"/>
                              <m:t>I</m:t>
                            </m:r>
                          </m:den>
                        </m:f>
                      </m:den>
                    </m:f>
                  </m:oMath>
                </a14:m>
                <a:endParaRPr lang="en-TR" sz="1400" dirty="0"/>
              </a:p>
              <a:p>
                <a:pPr algn="ctr"/>
                <a:r>
                  <a:rPr lang="en-US" sz="1400" dirty="0" err="1"/>
                  <a:t>n</a:t>
                </a:r>
                <a:r>
                  <a:rPr lang="en-US" sz="1400" baseline="-25000" dirty="0" err="1"/>
                  <a:t>I</a:t>
                </a:r>
                <a:r>
                  <a:rPr lang="en-US" sz="1400" dirty="0"/>
                  <a:t>=352</a:t>
                </a:r>
              </a:p>
              <a:p>
                <a:pPr algn="ctr"/>
                <a:r>
                  <a:rPr lang="en-US" sz="1400" dirty="0" err="1"/>
                  <a:t>n</a:t>
                </a:r>
                <a:r>
                  <a:rPr lang="en-US" sz="1400" baseline="-25000" dirty="0" err="1"/>
                  <a:t>E</a:t>
                </a:r>
                <a:r>
                  <a:rPr lang="en-US" sz="1400" dirty="0"/>
                  <a:t>= </a:t>
                </a:r>
                <a:r>
                  <a:rPr lang="en-US" sz="1400" dirty="0" err="1"/>
                  <a:t>n</a:t>
                </a:r>
                <a:r>
                  <a:rPr lang="en-US" sz="1400" baseline="-25000" dirty="0" err="1"/>
                  <a:t>C</a:t>
                </a:r>
                <a:r>
                  <a:rPr lang="en-US" sz="1400" dirty="0"/>
                  <a:t> – </a:t>
                </a:r>
                <a:r>
                  <a:rPr lang="en-US" sz="1400" dirty="0" err="1"/>
                  <a:t>n</a:t>
                </a:r>
                <a:r>
                  <a:rPr lang="en-US" sz="1400" baseline="-25000" dirty="0" err="1"/>
                  <a:t>I</a:t>
                </a:r>
                <a:r>
                  <a:rPr lang="en-US" sz="1400" baseline="-25000" dirty="0"/>
                  <a:t> </a:t>
                </a:r>
                <a:r>
                  <a:rPr lang="en-US" sz="1400" dirty="0"/>
                  <a:t> – 1</a:t>
                </a:r>
              </a:p>
              <a:p>
                <a:pPr algn="ctr"/>
                <a:r>
                  <a:rPr lang="en-US" sz="1400" dirty="0" err="1"/>
                  <a:t>n</a:t>
                </a:r>
                <a:r>
                  <a:rPr lang="en-US" sz="1400" baseline="-25000" dirty="0" err="1"/>
                  <a:t>E</a:t>
                </a:r>
                <a:r>
                  <a:rPr lang="en-US" sz="1400" dirty="0"/>
                  <a:t>=147</a:t>
                </a:r>
                <a:endParaRPr lang="en-TR" sz="1400" dirty="0"/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7E7BBC2-1DA5-A7B3-5F3A-C92C81FF33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3931" y="4540478"/>
                <a:ext cx="2160240" cy="1374278"/>
              </a:xfrm>
              <a:prstGeom prst="rect">
                <a:avLst/>
              </a:prstGeom>
              <a:blipFill>
                <a:blip r:embed="rId5"/>
                <a:stretch>
                  <a:fillRect b="-4505"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E58F85F3-5007-93EB-58BF-789E908476B3}"/>
              </a:ext>
            </a:extLst>
          </p:cNvPr>
          <p:cNvSpPr txBox="1"/>
          <p:nvPr/>
        </p:nvSpPr>
        <p:spPr>
          <a:xfrm>
            <a:off x="2318550" y="5048466"/>
            <a:ext cx="341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&amp;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76BC8E8-B0D5-E137-6F1F-C9576AFD3D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7905" y="1614983"/>
            <a:ext cx="3934296" cy="2478606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73F6AE7-F644-D285-1AF2-32607D23E615}"/>
              </a:ext>
            </a:extLst>
          </p:cNvPr>
          <p:cNvCxnSpPr/>
          <p:nvPr/>
        </p:nvCxnSpPr>
        <p:spPr>
          <a:xfrm>
            <a:off x="5491067" y="2630770"/>
            <a:ext cx="11636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8EA22B9-806F-270D-2BF9-A2B9C05661E6}"/>
              </a:ext>
            </a:extLst>
          </p:cNvPr>
          <p:cNvCxnSpPr/>
          <p:nvPr/>
        </p:nvCxnSpPr>
        <p:spPr>
          <a:xfrm>
            <a:off x="5620368" y="5373101"/>
            <a:ext cx="11636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94BFD79D-83BF-C2EC-F3B1-36F986BA2F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27831" y="4114310"/>
            <a:ext cx="3934296" cy="2582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6847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A129EB9-9D42-B7A6-A940-CE09041CB0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472" y="2402950"/>
            <a:ext cx="2592288" cy="25134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268EE74-1EF0-9BAC-5174-B7CC403454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8612" y="1843584"/>
            <a:ext cx="4025900" cy="3632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1BB12B1-13C3-4EFB-08F6-B9F151870F71}"/>
                  </a:ext>
                </a:extLst>
              </p:cNvPr>
              <p:cNvSpPr txBox="1"/>
              <p:nvPr/>
            </p:nvSpPr>
            <p:spPr>
              <a:xfrm>
                <a:off x="4841192" y="2524687"/>
                <a:ext cx="1019831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TR" b="1" dirty="0"/>
                  <a:t>199 </a:t>
                </a:r>
              </a:p>
              <a:p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</m:oMath>
                </a14:m>
                <a:r>
                  <a:rPr lang="en-US" sz="1800" dirty="0"/>
                  <a:t>t</a:t>
                </a:r>
                <a:r>
                  <a:rPr lang="en-TR" sz="1800" baseline="-25000" dirty="0"/>
                  <a:t>E</a:t>
                </a:r>
                <a:r>
                  <a:rPr lang="en-TR" sz="1800" dirty="0"/>
                  <a:t>= 10 s</a:t>
                </a:r>
              </a:p>
              <a:p>
                <a:r>
                  <a:rPr lang="en-TR" dirty="0"/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1BB12B1-13C3-4EFB-08F6-B9F151870F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1192" y="2524687"/>
                <a:ext cx="1019831" cy="923330"/>
              </a:xfrm>
              <a:prstGeom prst="rect">
                <a:avLst/>
              </a:prstGeom>
              <a:blipFill>
                <a:blip r:embed="rId4"/>
                <a:stretch>
                  <a:fillRect t="-2703" r="-3704"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90E901F-B820-8296-283E-21A3143F3D3B}"/>
                  </a:ext>
                </a:extLst>
              </p:cNvPr>
              <p:cNvSpPr txBox="1"/>
              <p:nvPr/>
            </p:nvSpPr>
            <p:spPr>
              <a:xfrm>
                <a:off x="4841192" y="3712568"/>
                <a:ext cx="1019831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TR" b="1" dirty="0"/>
                  <a:t>200</a:t>
                </a:r>
              </a:p>
              <a:p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</m:oMath>
                </a14:m>
                <a:r>
                  <a:rPr lang="en-US" sz="1800" dirty="0"/>
                  <a:t>t</a:t>
                </a:r>
                <a:r>
                  <a:rPr lang="en-TR" sz="1800" baseline="-25000" dirty="0"/>
                  <a:t>E</a:t>
                </a:r>
                <a:r>
                  <a:rPr lang="en-TR" sz="1800" dirty="0"/>
                  <a:t>= 15 s</a:t>
                </a:r>
              </a:p>
              <a:p>
                <a:r>
                  <a:rPr lang="en-TR" dirty="0"/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90E901F-B820-8296-283E-21A3143F3D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1192" y="3712568"/>
                <a:ext cx="1019831" cy="923330"/>
              </a:xfrm>
              <a:prstGeom prst="rect">
                <a:avLst/>
              </a:prstGeom>
              <a:blipFill>
                <a:blip r:embed="rId5"/>
                <a:stretch>
                  <a:fillRect t="-2740" r="-3704"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el 1">
            <a:extLst>
              <a:ext uri="{FF2B5EF4-FFF2-40B4-BE49-F238E27FC236}">
                <a16:creationId xmlns:a16="http://schemas.microsoft.com/office/drawing/2014/main" id="{5154499E-6F2D-C88D-FC1F-68B644529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392" y="476672"/>
            <a:ext cx="11568608" cy="576000"/>
          </a:xfrm>
        </p:spPr>
        <p:txBody>
          <a:bodyPr/>
          <a:lstStyle/>
          <a:p>
            <a:r>
              <a:rPr lang="en-US" dirty="0"/>
              <a:t>2. RTD</a:t>
            </a:r>
          </a:p>
        </p:txBody>
      </p:sp>
    </p:spTree>
    <p:extLst>
      <p:ext uri="{BB962C8B-B14F-4D97-AF65-F5344CB8AC3E}">
        <p14:creationId xmlns:p14="http://schemas.microsoft.com/office/powerpoint/2010/main" val="21514415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A9655FF1-AF83-09E0-A990-6EDBF04A7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392" y="476672"/>
            <a:ext cx="11568608" cy="576000"/>
          </a:xfrm>
        </p:spPr>
        <p:txBody>
          <a:bodyPr/>
          <a:lstStyle/>
          <a:p>
            <a:r>
              <a:rPr lang="en-US" dirty="0"/>
              <a:t>2. RTD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166E6E-FE25-D42A-BE63-D5F3F5DF3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416" y="2060847"/>
            <a:ext cx="4512089" cy="29779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147A2A0-EFC4-BCB7-E926-DD69C1A88A10}"/>
              </a:ext>
            </a:extLst>
          </p:cNvPr>
          <p:cNvSpPr txBox="1"/>
          <p:nvPr/>
        </p:nvSpPr>
        <p:spPr>
          <a:xfrm>
            <a:off x="1834078" y="1449842"/>
            <a:ext cx="2133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b="1" dirty="0"/>
              <a:t>Total flow rate </a:t>
            </a:r>
            <a:r>
              <a:rPr lang="en-TR" dirty="0"/>
              <a:t>: 150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3C40FD-9022-EAD6-CF23-25E1B8314FE2}"/>
              </a:ext>
            </a:extLst>
          </p:cNvPr>
          <p:cNvSpPr txBox="1"/>
          <p:nvPr/>
        </p:nvSpPr>
        <p:spPr>
          <a:xfrm>
            <a:off x="8209962" y="1412762"/>
            <a:ext cx="2133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b="1" dirty="0"/>
              <a:t>Total flow rate </a:t>
            </a:r>
            <a:r>
              <a:rPr lang="en-TR" dirty="0"/>
              <a:t>: 200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9A325A-67BB-EC10-1D49-935B1C2106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5266" y="2192560"/>
            <a:ext cx="4447317" cy="2897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183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A1376-553A-C1F7-97B4-1748F7D68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4. RTD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9AEA0-3BEC-2DA7-E8BA-EA16762C8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R" dirty="0"/>
              <a:t>It represents the whole set-up which includes :</a:t>
            </a:r>
          </a:p>
          <a:p>
            <a:pPr marL="623888" lvl="4" indent="-222250"/>
            <a:r>
              <a:rPr lang="en-TR" dirty="0"/>
              <a:t>MS Capillary</a:t>
            </a:r>
          </a:p>
          <a:p>
            <a:pPr marL="623888" lvl="4" indent="-222250"/>
            <a:r>
              <a:rPr lang="en-TR" dirty="0"/>
              <a:t>1st tube</a:t>
            </a:r>
          </a:p>
          <a:p>
            <a:pPr marL="623888" lvl="4" indent="-222250"/>
            <a:r>
              <a:rPr lang="en-TR" dirty="0"/>
              <a:t>Reactor</a:t>
            </a:r>
          </a:p>
          <a:p>
            <a:pPr marL="623888" lvl="4" indent="-222250"/>
            <a:r>
              <a:rPr lang="en-TR" dirty="0"/>
              <a:t>2nd tube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57E2A14-5023-13A9-7C90-37DE1AED6115}"/>
                  </a:ext>
                </a:extLst>
              </p:cNvPr>
              <p:cNvSpPr/>
              <p:nvPr/>
            </p:nvSpPr>
            <p:spPr>
              <a:xfrm>
                <a:off x="3215680" y="1628672"/>
                <a:ext cx="1619164" cy="113560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</m:oMath>
                </a14:m>
                <a:r>
                  <a:rPr lang="en-US" sz="1400" dirty="0"/>
                  <a:t>t</a:t>
                </a:r>
                <a:r>
                  <a:rPr lang="en-TR" sz="1400" baseline="-25000" dirty="0"/>
                  <a:t>c</a:t>
                </a:r>
                <a:r>
                  <a:rPr lang="en-TR" sz="1400" dirty="0"/>
                  <a:t>= 56 s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</m:oMath>
                </a14:m>
                <a:r>
                  <a:rPr lang="en-US" sz="1400" dirty="0"/>
                  <a:t>t</a:t>
                </a:r>
                <a:r>
                  <a:rPr lang="en-TR" sz="1400" baseline="-25000" dirty="0"/>
                  <a:t>E</a:t>
                </a:r>
                <a:r>
                  <a:rPr lang="en-TR" sz="1400" dirty="0"/>
                  <a:t>= 20 s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</m:oMath>
                </a14:m>
                <a:r>
                  <a:rPr lang="en-TR" sz="1400" dirty="0"/>
                  <a:t>t</a:t>
                </a:r>
                <a:r>
                  <a:rPr lang="en-TR" sz="1400" baseline="-25000" dirty="0"/>
                  <a:t>I</a:t>
                </a:r>
                <a:r>
                  <a:rPr lang="en-TR" sz="1400" dirty="0"/>
                  <a:t>=</a:t>
                </a:r>
                <a:r>
                  <a:rPr lang="en-US" sz="1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</m:oMath>
                </a14:m>
                <a:r>
                  <a:rPr lang="en-US" sz="1400" dirty="0"/>
                  <a:t>t</a:t>
                </a:r>
                <a:r>
                  <a:rPr lang="en-TR" sz="1400" baseline="-25000" dirty="0"/>
                  <a:t>c</a:t>
                </a:r>
                <a:r>
                  <a:rPr lang="en-TR" sz="1400" dirty="0"/>
                  <a:t>-</a:t>
                </a:r>
                <a:r>
                  <a:rPr lang="en-US" sz="1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</m:oMath>
                </a14:m>
                <a:r>
                  <a:rPr lang="en-US" sz="1400" dirty="0"/>
                  <a:t>t</a:t>
                </a:r>
                <a:r>
                  <a:rPr lang="en-TR" sz="1400" baseline="-25000" dirty="0"/>
                  <a:t>E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</m:oMath>
                </a14:m>
                <a:r>
                  <a:rPr lang="en-TR" sz="1400" dirty="0"/>
                  <a:t>t</a:t>
                </a:r>
                <a:r>
                  <a:rPr lang="en-TR" sz="1400" baseline="-25000" dirty="0"/>
                  <a:t>I</a:t>
                </a:r>
                <a:r>
                  <a:rPr lang="en-TR" sz="1400" dirty="0"/>
                  <a:t>= 36 s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57E2A14-5023-13A9-7C90-37DE1AED61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5680" y="1628672"/>
                <a:ext cx="1619164" cy="113560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66A03FE-37E4-932D-5D3B-1247A9079BFE}"/>
                  </a:ext>
                </a:extLst>
              </p:cNvPr>
              <p:cNvSpPr/>
              <p:nvPr/>
            </p:nvSpPr>
            <p:spPr>
              <a:xfrm>
                <a:off x="5015880" y="1532322"/>
                <a:ext cx="2160240" cy="137427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n</a:t>
                </a:r>
                <a:r>
                  <a:rPr lang="en-US" sz="1400" baseline="-25000" dirty="0" err="1"/>
                  <a:t>C</a:t>
                </a:r>
                <a:r>
                  <a:rPr lang="en-US" sz="1400" dirty="0"/>
                  <a:t>= 500</a:t>
                </a:r>
              </a:p>
              <a:p>
                <a:pPr algn="ctr"/>
                <a:r>
                  <a:rPr lang="en-US" sz="1400" dirty="0" err="1"/>
                  <a:t>n</a:t>
                </a:r>
                <a:r>
                  <a:rPr lang="en-US" sz="1400" baseline="-25000" dirty="0" err="1"/>
                  <a:t>I</a:t>
                </a:r>
                <a:r>
                  <a:rPr lang="en-US" sz="1400" dirty="0"/>
                  <a:t> =(n</a:t>
                </a:r>
                <a:r>
                  <a:rPr lang="en-US" sz="1400" baseline="-25000" dirty="0"/>
                  <a:t>C</a:t>
                </a:r>
                <a:r>
                  <a:rPr lang="en-US" sz="1400" dirty="0"/>
                  <a:t>-1)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tr-T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tr-TR" sz="14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tr-TR" sz="1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m:rPr>
                                <m:nor/>
                              </m:rPr>
                              <a:rPr lang="en-US" sz="1400" dirty="0"/>
                              <m:t>t</m:t>
                            </m:r>
                            <m:r>
                              <m:rPr>
                                <m:nor/>
                              </m:rPr>
                              <a:rPr lang="en-TR" sz="1400" baseline="-25000" dirty="0"/>
                              <m:t>E</m:t>
                            </m:r>
                          </m:num>
                          <m:den>
                            <m:r>
                              <a:rPr lang="en-US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m:rPr>
                                <m:nor/>
                              </m:rPr>
                              <a:rPr lang="en-TR" sz="1400" dirty="0"/>
                              <m:t>t</m:t>
                            </m:r>
                            <m:r>
                              <m:rPr>
                                <m:nor/>
                              </m:rPr>
                              <a:rPr lang="en-TR" sz="1400" baseline="-25000" dirty="0"/>
                              <m:t>I</m:t>
                            </m:r>
                          </m:den>
                        </m:f>
                      </m:den>
                    </m:f>
                  </m:oMath>
                </a14:m>
                <a:endParaRPr lang="en-TR" sz="1400" dirty="0"/>
              </a:p>
              <a:p>
                <a:pPr algn="ctr"/>
                <a:r>
                  <a:rPr lang="en-US" sz="1400" dirty="0" err="1"/>
                  <a:t>n</a:t>
                </a:r>
                <a:r>
                  <a:rPr lang="en-US" sz="1400" baseline="-25000" dirty="0" err="1"/>
                  <a:t>I</a:t>
                </a:r>
                <a:r>
                  <a:rPr lang="en-US" sz="1400" dirty="0"/>
                  <a:t>=179</a:t>
                </a:r>
              </a:p>
              <a:p>
                <a:pPr algn="ctr"/>
                <a:r>
                  <a:rPr lang="en-US" sz="1400" dirty="0" err="1"/>
                  <a:t>n</a:t>
                </a:r>
                <a:r>
                  <a:rPr lang="en-US" sz="1400" baseline="-25000" dirty="0" err="1"/>
                  <a:t>E</a:t>
                </a:r>
                <a:r>
                  <a:rPr lang="en-US" sz="1400" dirty="0"/>
                  <a:t>= </a:t>
                </a:r>
                <a:r>
                  <a:rPr lang="en-US" sz="1400" dirty="0" err="1"/>
                  <a:t>n</a:t>
                </a:r>
                <a:r>
                  <a:rPr lang="en-US" sz="1400" baseline="-25000" dirty="0" err="1"/>
                  <a:t>C</a:t>
                </a:r>
                <a:r>
                  <a:rPr lang="en-US" sz="1400" dirty="0"/>
                  <a:t> – </a:t>
                </a:r>
                <a:r>
                  <a:rPr lang="en-US" sz="1400" dirty="0" err="1"/>
                  <a:t>n</a:t>
                </a:r>
                <a:r>
                  <a:rPr lang="en-US" sz="1400" baseline="-25000" dirty="0" err="1"/>
                  <a:t>I</a:t>
                </a:r>
                <a:r>
                  <a:rPr lang="en-US" sz="1400" baseline="-25000" dirty="0"/>
                  <a:t> </a:t>
                </a:r>
                <a:r>
                  <a:rPr lang="en-US" sz="1400" dirty="0"/>
                  <a:t> – 1</a:t>
                </a:r>
              </a:p>
              <a:p>
                <a:pPr algn="ctr"/>
                <a:r>
                  <a:rPr lang="en-US" sz="1400" dirty="0" err="1"/>
                  <a:t>n</a:t>
                </a:r>
                <a:r>
                  <a:rPr lang="en-US" sz="1400" baseline="-25000" dirty="0" err="1"/>
                  <a:t>E</a:t>
                </a:r>
                <a:r>
                  <a:rPr lang="en-US" sz="1400" dirty="0"/>
                  <a:t>=320</a:t>
                </a:r>
                <a:endParaRPr lang="en-TR" sz="14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66A03FE-37E4-932D-5D3B-1247A9079B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5880" y="1532322"/>
                <a:ext cx="2160240" cy="1374278"/>
              </a:xfrm>
              <a:prstGeom prst="rect">
                <a:avLst/>
              </a:prstGeom>
              <a:blipFill>
                <a:blip r:embed="rId3"/>
                <a:stretch>
                  <a:fillRect b="-4505"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3E2C9CB7-4702-7774-B5AD-80E9A95D8710}"/>
              </a:ext>
            </a:extLst>
          </p:cNvPr>
          <p:cNvSpPr txBox="1"/>
          <p:nvPr/>
        </p:nvSpPr>
        <p:spPr>
          <a:xfrm>
            <a:off x="4880918" y="3100994"/>
            <a:ext cx="2133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b="1" dirty="0"/>
              <a:t>Total flow rate </a:t>
            </a:r>
            <a:r>
              <a:rPr lang="en-TR" dirty="0"/>
              <a:t>: 100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2E9025-89B9-F742-04B3-5475CAD0F3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373" y="3645024"/>
            <a:ext cx="3018201" cy="193815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5722479-91A1-79D3-478F-DD5F9526081F}"/>
                  </a:ext>
                </a:extLst>
              </p:cNvPr>
              <p:cNvSpPr/>
              <p:nvPr/>
            </p:nvSpPr>
            <p:spPr>
              <a:xfrm>
                <a:off x="7770140" y="1628672"/>
                <a:ext cx="1619164" cy="113560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</m:oMath>
                </a14:m>
                <a:r>
                  <a:rPr lang="en-US" sz="1400" dirty="0"/>
                  <a:t>t</a:t>
                </a:r>
                <a:r>
                  <a:rPr lang="en-TR" sz="1400" baseline="-25000" dirty="0"/>
                  <a:t>c</a:t>
                </a:r>
                <a:r>
                  <a:rPr lang="en-TR" sz="1400" dirty="0"/>
                  <a:t>= 56 s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</m:oMath>
                </a14:m>
                <a:r>
                  <a:rPr lang="en-US" sz="1400" dirty="0"/>
                  <a:t>t</a:t>
                </a:r>
                <a:r>
                  <a:rPr lang="en-TR" sz="1400" baseline="-25000" dirty="0"/>
                  <a:t>E</a:t>
                </a:r>
                <a:r>
                  <a:rPr lang="en-TR" sz="1400" dirty="0"/>
                  <a:t>= 25 s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</m:oMath>
                </a14:m>
                <a:r>
                  <a:rPr lang="en-TR" sz="1400" dirty="0"/>
                  <a:t>t</a:t>
                </a:r>
                <a:r>
                  <a:rPr lang="en-TR" sz="1400" baseline="-25000" dirty="0"/>
                  <a:t>I</a:t>
                </a:r>
                <a:r>
                  <a:rPr lang="en-TR" sz="1400" dirty="0"/>
                  <a:t>=</a:t>
                </a:r>
                <a:r>
                  <a:rPr lang="en-US" sz="1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</m:oMath>
                </a14:m>
                <a:r>
                  <a:rPr lang="en-US" sz="1400" dirty="0"/>
                  <a:t>t</a:t>
                </a:r>
                <a:r>
                  <a:rPr lang="en-TR" sz="1400" baseline="-25000" dirty="0"/>
                  <a:t>c</a:t>
                </a:r>
                <a:r>
                  <a:rPr lang="en-TR" sz="1400" dirty="0"/>
                  <a:t>-</a:t>
                </a:r>
                <a:r>
                  <a:rPr lang="en-US" sz="1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</m:oMath>
                </a14:m>
                <a:r>
                  <a:rPr lang="en-US" sz="1400" dirty="0"/>
                  <a:t>t</a:t>
                </a:r>
                <a:r>
                  <a:rPr lang="en-TR" sz="1400" baseline="-25000" dirty="0"/>
                  <a:t>E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</m:oMath>
                </a14:m>
                <a:r>
                  <a:rPr lang="en-TR" sz="1400" dirty="0"/>
                  <a:t>t</a:t>
                </a:r>
                <a:r>
                  <a:rPr lang="en-TR" sz="1400" baseline="-25000" dirty="0"/>
                  <a:t>I</a:t>
                </a:r>
                <a:r>
                  <a:rPr lang="en-TR" sz="1400" dirty="0"/>
                  <a:t>= 31 s</a:t>
                </a: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5722479-91A1-79D3-478F-DD5F952608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0140" y="1628672"/>
                <a:ext cx="1619164" cy="113560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41B7E50-BC42-177D-F027-C4EA1C9F6462}"/>
                  </a:ext>
                </a:extLst>
              </p:cNvPr>
              <p:cNvSpPr/>
              <p:nvPr/>
            </p:nvSpPr>
            <p:spPr>
              <a:xfrm>
                <a:off x="9570340" y="1532322"/>
                <a:ext cx="2160240" cy="137427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n</a:t>
                </a:r>
                <a:r>
                  <a:rPr lang="en-US" sz="1400" baseline="-25000" dirty="0" err="1"/>
                  <a:t>C</a:t>
                </a:r>
                <a:r>
                  <a:rPr lang="en-US" sz="1400" dirty="0"/>
                  <a:t>= 500</a:t>
                </a:r>
              </a:p>
              <a:p>
                <a:pPr algn="ctr"/>
                <a:r>
                  <a:rPr lang="en-US" sz="1400" dirty="0" err="1"/>
                  <a:t>n</a:t>
                </a:r>
                <a:r>
                  <a:rPr lang="en-US" sz="1400" baseline="-25000" dirty="0" err="1"/>
                  <a:t>I</a:t>
                </a:r>
                <a:r>
                  <a:rPr lang="en-US" sz="1400" dirty="0"/>
                  <a:t> =(n</a:t>
                </a:r>
                <a:r>
                  <a:rPr lang="en-US" sz="1400" baseline="-25000" dirty="0"/>
                  <a:t>C</a:t>
                </a:r>
                <a:r>
                  <a:rPr lang="en-US" sz="1400" dirty="0"/>
                  <a:t>-1)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tr-T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tr-TR" sz="14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tr-TR" sz="1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m:rPr>
                                <m:nor/>
                              </m:rPr>
                              <a:rPr lang="en-US" sz="1400" dirty="0"/>
                              <m:t>t</m:t>
                            </m:r>
                            <m:r>
                              <m:rPr>
                                <m:nor/>
                              </m:rPr>
                              <a:rPr lang="en-TR" sz="1400" baseline="-25000" dirty="0"/>
                              <m:t>E</m:t>
                            </m:r>
                          </m:num>
                          <m:den>
                            <m:r>
                              <a:rPr lang="en-US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m:rPr>
                                <m:nor/>
                              </m:rPr>
                              <a:rPr lang="en-TR" sz="1400" dirty="0"/>
                              <m:t>t</m:t>
                            </m:r>
                            <m:r>
                              <m:rPr>
                                <m:nor/>
                              </m:rPr>
                              <a:rPr lang="en-TR" sz="1400" baseline="-25000" dirty="0"/>
                              <m:t>I</m:t>
                            </m:r>
                          </m:den>
                        </m:f>
                      </m:den>
                    </m:f>
                  </m:oMath>
                </a14:m>
                <a:endParaRPr lang="en-TR" sz="1400" dirty="0"/>
              </a:p>
              <a:p>
                <a:pPr algn="ctr"/>
                <a:r>
                  <a:rPr lang="en-US" sz="1400" dirty="0" err="1"/>
                  <a:t>n</a:t>
                </a:r>
                <a:r>
                  <a:rPr lang="en-US" sz="1400" baseline="-25000" dirty="0" err="1"/>
                  <a:t>I</a:t>
                </a:r>
                <a:r>
                  <a:rPr lang="en-US" sz="1400" dirty="0"/>
                  <a:t>=275</a:t>
                </a:r>
              </a:p>
              <a:p>
                <a:pPr algn="ctr"/>
                <a:r>
                  <a:rPr lang="en-US" sz="1400" dirty="0" err="1"/>
                  <a:t>n</a:t>
                </a:r>
                <a:r>
                  <a:rPr lang="en-US" sz="1400" baseline="-25000" dirty="0" err="1"/>
                  <a:t>E</a:t>
                </a:r>
                <a:r>
                  <a:rPr lang="en-US" sz="1400" dirty="0"/>
                  <a:t>= </a:t>
                </a:r>
                <a:r>
                  <a:rPr lang="en-US" sz="1400" dirty="0" err="1"/>
                  <a:t>n</a:t>
                </a:r>
                <a:r>
                  <a:rPr lang="en-US" sz="1400" baseline="-25000" dirty="0" err="1"/>
                  <a:t>C</a:t>
                </a:r>
                <a:r>
                  <a:rPr lang="en-US" sz="1400" dirty="0"/>
                  <a:t> – </a:t>
                </a:r>
                <a:r>
                  <a:rPr lang="en-US" sz="1400" dirty="0" err="1"/>
                  <a:t>n</a:t>
                </a:r>
                <a:r>
                  <a:rPr lang="en-US" sz="1400" baseline="-25000" dirty="0" err="1"/>
                  <a:t>I</a:t>
                </a:r>
                <a:r>
                  <a:rPr lang="en-US" sz="1400" baseline="-25000" dirty="0"/>
                  <a:t> </a:t>
                </a:r>
                <a:r>
                  <a:rPr lang="en-US" sz="1400" dirty="0"/>
                  <a:t> – 1</a:t>
                </a:r>
              </a:p>
              <a:p>
                <a:pPr algn="ctr"/>
                <a:r>
                  <a:rPr lang="en-US" sz="1400" dirty="0" err="1"/>
                  <a:t>n</a:t>
                </a:r>
                <a:r>
                  <a:rPr lang="en-US" sz="1400" baseline="-25000" dirty="0" err="1"/>
                  <a:t>E</a:t>
                </a:r>
                <a:r>
                  <a:rPr lang="en-US" sz="1400" dirty="0"/>
                  <a:t>=224</a:t>
                </a:r>
                <a:endParaRPr lang="en-TR" sz="1400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41B7E50-BC42-177D-F027-C4EA1C9F64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0340" y="1532322"/>
                <a:ext cx="2160240" cy="1374278"/>
              </a:xfrm>
              <a:prstGeom prst="rect">
                <a:avLst/>
              </a:prstGeom>
              <a:blipFill>
                <a:blip r:embed="rId6"/>
                <a:stretch>
                  <a:fillRect b="-4505"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7891804D-7931-671C-1951-9D5E287045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6328" y="3645024"/>
            <a:ext cx="3632419" cy="239739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C3D7788-4845-F3D5-8891-41C61D2F97F1}"/>
              </a:ext>
            </a:extLst>
          </p:cNvPr>
          <p:cNvSpPr txBox="1"/>
          <p:nvPr/>
        </p:nvSpPr>
        <p:spPr>
          <a:xfrm>
            <a:off x="7240078" y="2050184"/>
            <a:ext cx="4395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sz="1600" b="1" dirty="0">
                <a:solidFill>
                  <a:srgbClr val="FF0000"/>
                </a:solidFill>
              </a:rPr>
              <a:t>OR</a:t>
            </a:r>
            <a:endParaRPr lang="en-TR" b="1" dirty="0">
              <a:solidFill>
                <a:srgbClr val="FF0000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0A3A1C1-683A-1E5D-B1B4-BEFEA5290AD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763" y="5752602"/>
            <a:ext cx="2348474" cy="110381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C93ED97-F83C-431D-D13A-5C04E21E627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41593" y="3599691"/>
            <a:ext cx="3654360" cy="2345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0839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9C281DB-FF56-1B59-2C0A-7C9906BF4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8088" y="1285268"/>
            <a:ext cx="4019004" cy="258648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244AD9C0-29F4-53A6-3706-E18665647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4. RTD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66047C-8CC9-761B-43FA-324663BB8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400" y="1268760"/>
            <a:ext cx="3816424" cy="2602996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0924DFB-23D9-6AD8-93A0-D04B19C97F00}"/>
              </a:ext>
            </a:extLst>
          </p:cNvPr>
          <p:cNvCxnSpPr>
            <a:cxnSpLocks/>
          </p:cNvCxnSpPr>
          <p:nvPr/>
        </p:nvCxnSpPr>
        <p:spPr>
          <a:xfrm>
            <a:off x="4611061" y="2554426"/>
            <a:ext cx="22322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AE4557E-1529-9A84-2813-47D51571DC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160" y="4221088"/>
            <a:ext cx="3600400" cy="23222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01FC4C7-366C-A325-5FD0-A6F3580BA2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7263" y="3908401"/>
            <a:ext cx="4019004" cy="2534151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404611B-D7C2-BC60-5DDC-260C31953171}"/>
              </a:ext>
            </a:extLst>
          </p:cNvPr>
          <p:cNvCxnSpPr>
            <a:cxnSpLocks/>
          </p:cNvCxnSpPr>
          <p:nvPr/>
        </p:nvCxnSpPr>
        <p:spPr>
          <a:xfrm>
            <a:off x="4755015" y="5085184"/>
            <a:ext cx="22322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6544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B5709-6AB4-87DF-83C5-7202B62C3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Normalized RTD</a:t>
            </a:r>
          </a:p>
        </p:txBody>
      </p:sp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0ACC3F1E-9718-8360-A706-751A7D036B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556792"/>
            <a:ext cx="3177820" cy="2101733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E5B146-BFBD-5F45-66AC-E431403F066D}"/>
              </a:ext>
            </a:extLst>
          </p:cNvPr>
          <p:cNvSpPr txBox="1"/>
          <p:nvPr/>
        </p:nvSpPr>
        <p:spPr>
          <a:xfrm>
            <a:off x="695400" y="1149579"/>
            <a:ext cx="763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b="1" dirty="0">
                <a:solidFill>
                  <a:srgbClr val="DF6D07"/>
                </a:solidFill>
              </a:rPr>
              <a:t>- 1st :</a:t>
            </a:r>
            <a:r>
              <a:rPr lang="en-TR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E4221D-8591-A88B-EF3E-40655B43DE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7808" y="1574208"/>
            <a:ext cx="3111227" cy="21017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816F2E5-6E51-87E0-0D04-8A820678BC03}"/>
              </a:ext>
            </a:extLst>
          </p:cNvPr>
          <p:cNvSpPr txBox="1"/>
          <p:nvPr/>
        </p:nvSpPr>
        <p:spPr>
          <a:xfrm>
            <a:off x="4402811" y="1158667"/>
            <a:ext cx="841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b="1" dirty="0">
                <a:solidFill>
                  <a:srgbClr val="DF6D07"/>
                </a:solidFill>
              </a:rPr>
              <a:t>- 2nd :</a:t>
            </a:r>
            <a:r>
              <a:rPr lang="en-TR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321812-1BF4-C190-F2E7-DB14B8F06570}"/>
              </a:ext>
            </a:extLst>
          </p:cNvPr>
          <p:cNvSpPr txBox="1"/>
          <p:nvPr/>
        </p:nvSpPr>
        <p:spPr>
          <a:xfrm>
            <a:off x="7767178" y="1187460"/>
            <a:ext cx="798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b="1" dirty="0">
                <a:solidFill>
                  <a:srgbClr val="DF6D07"/>
                </a:solidFill>
              </a:rPr>
              <a:t>- 4th :</a:t>
            </a:r>
            <a:r>
              <a:rPr lang="en-TR" dirty="0"/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334222-1181-F9B8-A846-BBDB0F4382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0445" y="1518911"/>
            <a:ext cx="3177820" cy="21353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EBCE7FF-E185-8D77-E783-4E87BBA788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5127" y="4023652"/>
            <a:ext cx="3755318" cy="252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3851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-240704" y="2348880"/>
            <a:ext cx="12192000" cy="1440160"/>
          </a:xfrm>
        </p:spPr>
        <p:txBody>
          <a:bodyPr/>
          <a:lstStyle/>
          <a:p>
            <a:r>
              <a:rPr lang="en-US" dirty="0"/>
              <a:t>Parameter Variation</a:t>
            </a:r>
          </a:p>
        </p:txBody>
      </p:sp>
    </p:spTree>
    <p:extLst>
      <p:ext uri="{BB962C8B-B14F-4D97-AF65-F5344CB8AC3E}">
        <p14:creationId xmlns:p14="http://schemas.microsoft.com/office/powerpoint/2010/main" val="31107941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Epoch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CBC184-8B01-4240-B2B1-07B98CE8FE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1864" y="1161990"/>
            <a:ext cx="5684168" cy="24074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96DF39C-E2F9-279D-690C-8EA3E79B54BB}"/>
              </a:ext>
            </a:extLst>
          </p:cNvPr>
          <p:cNvSpPr txBox="1"/>
          <p:nvPr/>
        </p:nvSpPr>
        <p:spPr>
          <a:xfrm>
            <a:off x="1041991" y="1488558"/>
            <a:ext cx="462177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S_233 = 10---0.000003730136995727662</a:t>
            </a:r>
          </a:p>
          <a:p>
            <a:r>
              <a:rPr lang="en-US" dirty="0"/>
              <a:t>S_234 = 100 </a:t>
            </a:r>
            <a:r>
              <a:rPr lang="tr-TR" dirty="0"/>
              <a:t>--0.0000013833750927005894</a:t>
            </a:r>
            <a:endParaRPr lang="en-TR" dirty="0"/>
          </a:p>
          <a:p>
            <a:r>
              <a:rPr lang="en-US" dirty="0"/>
              <a:t>S_235 = 1000 --4.6712145262972626e-7</a:t>
            </a:r>
            <a:endParaRPr lang="en-TR" dirty="0"/>
          </a:p>
          <a:p>
            <a:r>
              <a:rPr lang="en-US" dirty="0"/>
              <a:t>S_236 = 10000 (epoch) 0.000003771</a:t>
            </a:r>
            <a:endParaRPr lang="en-TR" dirty="0"/>
          </a:p>
          <a:p>
            <a:r>
              <a:rPr lang="en-US" dirty="0"/>
              <a:t>S_237 = 15000 (epoch) 3.042388527774165e-7</a:t>
            </a:r>
            <a:endParaRPr lang="en-TR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11D3FC-F1C0-474E-FC34-C8720C16D2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600" y="3579533"/>
            <a:ext cx="6404248" cy="3089768"/>
          </a:xfrm>
          <a:prstGeom prst="rect">
            <a:avLst/>
          </a:prstGeom>
        </p:spPr>
      </p:pic>
      <p:sp>
        <p:nvSpPr>
          <p:cNvPr id="9" name="Arc 8">
            <a:extLst>
              <a:ext uri="{FF2B5EF4-FFF2-40B4-BE49-F238E27FC236}">
                <a16:creationId xmlns:a16="http://schemas.microsoft.com/office/drawing/2014/main" id="{A93498AB-8326-DED0-BCD9-08C786DCB45F}"/>
              </a:ext>
            </a:extLst>
          </p:cNvPr>
          <p:cNvSpPr/>
          <p:nvPr/>
        </p:nvSpPr>
        <p:spPr>
          <a:xfrm flipH="1" flipV="1">
            <a:off x="3395951" y="3771632"/>
            <a:ext cx="7776864" cy="2307273"/>
          </a:xfrm>
          <a:prstGeom prst="arc">
            <a:avLst>
              <a:gd name="adj1" fmla="val 15815890"/>
              <a:gd name="adj2" fmla="val 21083614"/>
            </a:avLst>
          </a:prstGeom>
          <a:noFill/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90307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F08CC-F122-BD7E-1640-34C2A1900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Learning Rate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177438-7F2B-D795-A9E5-FFBD02F67B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504" y="2492896"/>
            <a:ext cx="8712968" cy="42472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3C8FD7-6987-191F-B0DA-906120CCAA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4460" y="1016680"/>
            <a:ext cx="5583079" cy="269442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76E0D89-B1B8-3064-81ED-55566EBAEC3F}"/>
              </a:ext>
            </a:extLst>
          </p:cNvPr>
          <p:cNvSpPr txBox="1"/>
          <p:nvPr/>
        </p:nvSpPr>
        <p:spPr>
          <a:xfrm>
            <a:off x="9483116" y="1098887"/>
            <a:ext cx="4793300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S_93 = 10 (LR)- 0.000003781437499128515</a:t>
            </a:r>
          </a:p>
          <a:p>
            <a:r>
              <a:rPr lang="en-TR" dirty="0"/>
              <a:t>S_77 = 1 (LR)- 0.00000377167566512071</a:t>
            </a:r>
          </a:p>
          <a:p>
            <a:r>
              <a:rPr lang="en-TR" dirty="0"/>
              <a:t>S_79= 0.1 (LR)- 0.0000037723552850366104</a:t>
            </a:r>
          </a:p>
          <a:p>
            <a:r>
              <a:rPr lang="en-TR" dirty="0"/>
              <a:t>S_82 = 0.01 (LR)- 0.0000037716872611781582</a:t>
            </a:r>
          </a:p>
          <a:p>
            <a:r>
              <a:rPr lang="en-TR" dirty="0"/>
              <a:t>S_84 = 0.001 (LR)- 0.0000037750476167275338</a:t>
            </a:r>
          </a:p>
          <a:p>
            <a:r>
              <a:rPr lang="en-TR" dirty="0"/>
              <a:t>S_86 = 0.0001 (LR)- 0.000003964139068557415</a:t>
            </a:r>
          </a:p>
          <a:p>
            <a:r>
              <a:rPr lang="en-TR" dirty="0"/>
              <a:t>S_88 = 0.00001 (LR)- 0.000006785072400816716</a:t>
            </a:r>
          </a:p>
          <a:p>
            <a:r>
              <a:rPr lang="en-TR" dirty="0"/>
              <a:t>S_90 = 0.000001 (LR)- 0.00012050408258801326</a:t>
            </a:r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40822226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010FE-FF51-87BF-25B5-29FDF9076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Kernel size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FDEB32-7E30-6E52-ABAB-80A453D957A2}"/>
              </a:ext>
            </a:extLst>
          </p:cNvPr>
          <p:cNvSpPr txBox="1"/>
          <p:nvPr/>
        </p:nvSpPr>
        <p:spPr>
          <a:xfrm>
            <a:off x="695400" y="1268760"/>
            <a:ext cx="444980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  <a:r>
              <a:rPr lang="en-TR" dirty="0"/>
              <a:t>_102= 122 (KS)- 0.000003781106670430745</a:t>
            </a:r>
          </a:p>
          <a:p>
            <a:r>
              <a:rPr lang="en-US" dirty="0"/>
              <a:t>S</a:t>
            </a:r>
            <a:r>
              <a:rPr lang="en-TR" dirty="0"/>
              <a:t>_104= 70 (KS)-</a:t>
            </a:r>
          </a:p>
          <a:p>
            <a:r>
              <a:rPr lang="en-US" dirty="0"/>
              <a:t>S</a:t>
            </a:r>
            <a:r>
              <a:rPr lang="en-TR" dirty="0"/>
              <a:t>_105= 50 (KS)</a:t>
            </a:r>
          </a:p>
          <a:p>
            <a:r>
              <a:rPr lang="en-US" dirty="0"/>
              <a:t>S</a:t>
            </a:r>
            <a:r>
              <a:rPr lang="en-TR" dirty="0"/>
              <a:t>_106= 20 (KS)</a:t>
            </a:r>
          </a:p>
          <a:p>
            <a:r>
              <a:rPr lang="en-US" dirty="0"/>
              <a:t>S</a:t>
            </a:r>
            <a:r>
              <a:rPr lang="en-TR" dirty="0"/>
              <a:t>_107= 10 (KS)</a:t>
            </a:r>
          </a:p>
          <a:p>
            <a:endParaRPr lang="en-TR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B51FC68-C956-B6D4-657F-C96565B003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5560" y="2780928"/>
            <a:ext cx="8099912" cy="3897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4832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50421C3-BB8D-BF0B-773A-2C17FA6BB6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384" y="908720"/>
            <a:ext cx="3384376" cy="22820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CA818B0-A1D8-E71F-4EE2-2B6132A7B2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5916" y="964301"/>
            <a:ext cx="3400167" cy="22265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C812437-B507-40AF-C7DD-12F4FB532C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9199" y="964301"/>
            <a:ext cx="3601417" cy="22820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2DF5BC3-6A8E-C807-34C8-B8775BE6D159}"/>
              </a:ext>
            </a:extLst>
          </p:cNvPr>
          <p:cNvSpPr txBox="1"/>
          <p:nvPr/>
        </p:nvSpPr>
        <p:spPr>
          <a:xfrm>
            <a:off x="551384" y="539388"/>
            <a:ext cx="763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b="1" dirty="0">
                <a:solidFill>
                  <a:srgbClr val="DF6D07"/>
                </a:solidFill>
              </a:rPr>
              <a:t>- 1st :</a:t>
            </a:r>
            <a:r>
              <a:rPr lang="en-TR" dirty="0"/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CF0EEB9-D753-C41B-C2ED-44C57ED918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384" y="3861048"/>
            <a:ext cx="3384376" cy="22820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7137CC5-C715-4A96-5607-0A5B2FD93E59}"/>
              </a:ext>
            </a:extLst>
          </p:cNvPr>
          <p:cNvSpPr txBox="1"/>
          <p:nvPr/>
        </p:nvSpPr>
        <p:spPr>
          <a:xfrm>
            <a:off x="604231" y="3421375"/>
            <a:ext cx="841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b="1" dirty="0">
                <a:solidFill>
                  <a:srgbClr val="DF6D07"/>
                </a:solidFill>
              </a:rPr>
              <a:t>- 2nd :</a:t>
            </a:r>
            <a:r>
              <a:rPr lang="en-TR" dirty="0"/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2CD12EF-B53C-C8DA-CFF4-BED9DFF6CE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5916" y="3861048"/>
            <a:ext cx="3553753" cy="23454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D9F82B5-A0F2-A96C-E9F1-1A483FC1A2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8538" y="3924439"/>
            <a:ext cx="3502737" cy="2282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877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81D924C-6956-E11E-D78D-84028D249FA8}"/>
              </a:ext>
            </a:extLst>
          </p:cNvPr>
          <p:cNvSpPr txBox="1"/>
          <p:nvPr/>
        </p:nvSpPr>
        <p:spPr>
          <a:xfrm>
            <a:off x="335360" y="1124744"/>
            <a:ext cx="797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b="1" dirty="0">
                <a:solidFill>
                  <a:srgbClr val="DF6D07"/>
                </a:solidFill>
              </a:rPr>
              <a:t>- 3rd :</a:t>
            </a:r>
            <a:r>
              <a:rPr lang="en-TR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2AD52D-3D94-A034-DBE1-9E7DAA04F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60" y="1561690"/>
            <a:ext cx="2909529" cy="18673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352677-4D77-6EF7-25DE-8A41B9AF0E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5760" y="1481567"/>
            <a:ext cx="3312368" cy="21317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4F1BEC-7EED-936D-BB56-E8847DC205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8168" y="1469870"/>
            <a:ext cx="3600400" cy="227020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5F5A424-A1CB-7D8A-56CE-E7BCBC6BD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60" y="1714090"/>
            <a:ext cx="2909529" cy="1867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9426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 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14E2BA-9102-9177-3A35-38DB529BAB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41739712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792CF-BD85-F2F5-FA3D-1D28D1585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Appendix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83195013-7832-9E7E-8971-40E4ECF333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9094" y="2164556"/>
            <a:ext cx="4737100" cy="3060700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639297A9-B035-82F7-0919-942A48C8C5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160" y="2197883"/>
            <a:ext cx="3848100" cy="3479800"/>
          </a:xfrm>
        </p:spPr>
      </p:pic>
    </p:spTree>
    <p:extLst>
      <p:ext uri="{BB962C8B-B14F-4D97-AF65-F5344CB8AC3E}">
        <p14:creationId xmlns:p14="http://schemas.microsoft.com/office/powerpoint/2010/main" val="1664837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C2B5811C-71A5-E4DB-327B-3BD08EA62E9B}"/>
              </a:ext>
            </a:extLst>
          </p:cNvPr>
          <p:cNvGrpSpPr/>
          <p:nvPr/>
        </p:nvGrpSpPr>
        <p:grpSpPr>
          <a:xfrm>
            <a:off x="839416" y="1844824"/>
            <a:ext cx="2304256" cy="1296144"/>
            <a:chOff x="839416" y="1844824"/>
            <a:chExt cx="2304256" cy="1296144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90D8AF7-FB4C-65CC-1128-92D837F9BCC4}"/>
                </a:ext>
              </a:extLst>
            </p:cNvPr>
            <p:cNvCxnSpPr>
              <a:cxnSpLocks/>
            </p:cNvCxnSpPr>
            <p:nvPr/>
          </p:nvCxnSpPr>
          <p:spPr>
            <a:xfrm>
              <a:off x="839416" y="1844824"/>
              <a:ext cx="0" cy="1296144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652438A-CF62-A0EF-89EC-D6898F921E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9416" y="3140968"/>
              <a:ext cx="2304256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DE7022C-D07F-6F55-4426-4047BA427742}"/>
              </a:ext>
            </a:extLst>
          </p:cNvPr>
          <p:cNvGrpSpPr/>
          <p:nvPr/>
        </p:nvGrpSpPr>
        <p:grpSpPr>
          <a:xfrm>
            <a:off x="4727848" y="1844824"/>
            <a:ext cx="2304256" cy="1296144"/>
            <a:chOff x="839416" y="1844824"/>
            <a:chExt cx="2304256" cy="1296144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E8EE535-A553-E6B6-7690-D3CCB0F96173}"/>
                </a:ext>
              </a:extLst>
            </p:cNvPr>
            <p:cNvCxnSpPr>
              <a:cxnSpLocks/>
            </p:cNvCxnSpPr>
            <p:nvPr/>
          </p:nvCxnSpPr>
          <p:spPr>
            <a:xfrm>
              <a:off x="839416" y="1844824"/>
              <a:ext cx="0" cy="1296144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8C36B85-3C4E-57D1-7F29-8E33CC09453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9416" y="3140968"/>
              <a:ext cx="2304256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5C4E759-3EF5-557C-F230-8E9308BF8FA2}"/>
              </a:ext>
            </a:extLst>
          </p:cNvPr>
          <p:cNvGrpSpPr/>
          <p:nvPr/>
        </p:nvGrpSpPr>
        <p:grpSpPr>
          <a:xfrm>
            <a:off x="1703512" y="1844824"/>
            <a:ext cx="227458" cy="1296144"/>
            <a:chOff x="1548062" y="1844824"/>
            <a:chExt cx="227458" cy="1296144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858B0E1-3C18-5CFD-CB46-69BCCBA413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48062" y="1844824"/>
              <a:ext cx="106312" cy="1296144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3F0965E-72F0-2D03-1468-49A78A3E73A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54376" y="1844824"/>
              <a:ext cx="121144" cy="1296144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A4D2AD1-7841-CE9E-AD2C-83D6207EE647}"/>
              </a:ext>
            </a:extLst>
          </p:cNvPr>
          <p:cNvCxnSpPr>
            <a:cxnSpLocks/>
          </p:cNvCxnSpPr>
          <p:nvPr/>
        </p:nvCxnSpPr>
        <p:spPr>
          <a:xfrm>
            <a:off x="1816360" y="3068960"/>
            <a:ext cx="0" cy="14401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96A2F082-3B10-866B-2EFD-D6EAA8C21E94}"/>
              </a:ext>
            </a:extLst>
          </p:cNvPr>
          <p:cNvSpPr txBox="1"/>
          <p:nvPr/>
        </p:nvSpPr>
        <p:spPr>
          <a:xfrm>
            <a:off x="1687959" y="3212976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sz="1100" dirty="0"/>
              <a:t>0</a:t>
            </a:r>
            <a:endParaRPr lang="en-TR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4F0B19D-2288-EA24-2360-2B9D2B8EEA4C}"/>
              </a:ext>
            </a:extLst>
          </p:cNvPr>
          <p:cNvSpPr txBox="1"/>
          <p:nvPr/>
        </p:nvSpPr>
        <p:spPr>
          <a:xfrm>
            <a:off x="502920" y="2368296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sz="1200" dirty="0"/>
              <a:t>C</a:t>
            </a: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C0F4F4D7-34B4-0AE5-0D29-6E036504ADC8}"/>
              </a:ext>
            </a:extLst>
          </p:cNvPr>
          <p:cNvGrpSpPr/>
          <p:nvPr/>
        </p:nvGrpSpPr>
        <p:grpSpPr>
          <a:xfrm>
            <a:off x="532289" y="3750959"/>
            <a:ext cx="2611383" cy="1594491"/>
            <a:chOff x="551660" y="3573016"/>
            <a:chExt cx="2611383" cy="1594491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CD94F24-F8F2-57DB-F5DE-5930BA5DBC10}"/>
                </a:ext>
              </a:extLst>
            </p:cNvPr>
            <p:cNvGrpSpPr/>
            <p:nvPr/>
          </p:nvGrpSpPr>
          <p:grpSpPr>
            <a:xfrm>
              <a:off x="858787" y="3573016"/>
              <a:ext cx="2304256" cy="1296144"/>
              <a:chOff x="839416" y="1844824"/>
              <a:chExt cx="2304256" cy="1296144"/>
            </a:xfrm>
          </p:grpSpPr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1FF1648A-BBA8-28AA-70A7-3F8B9194F7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9416" y="1844824"/>
                <a:ext cx="0" cy="1296144"/>
              </a:xfrm>
              <a:prstGeom prst="line">
                <a:avLst/>
              </a:prstGeom>
              <a:ln w="254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CF48011E-3D5F-5C94-ABDE-8BCFFAC05CA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9416" y="3140968"/>
                <a:ext cx="2304256" cy="0"/>
              </a:xfrm>
              <a:prstGeom prst="line">
                <a:avLst/>
              </a:prstGeom>
              <a:ln w="254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AF11DF-78E9-1993-631F-55344E6C38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47941" y="4149080"/>
              <a:ext cx="0" cy="72008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C10C41E-CA59-0B48-699E-BEABA3983EA0}"/>
                </a:ext>
              </a:extLst>
            </p:cNvPr>
            <p:cNvCxnSpPr>
              <a:cxnSpLocks/>
            </p:cNvCxnSpPr>
            <p:nvPr/>
          </p:nvCxnSpPr>
          <p:spPr>
            <a:xfrm>
              <a:off x="1836304" y="4149080"/>
              <a:ext cx="1129258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55E0F55-D1B0-2135-497F-46CAECD2E19A}"/>
                </a:ext>
              </a:extLst>
            </p:cNvPr>
            <p:cNvSpPr txBox="1"/>
            <p:nvPr/>
          </p:nvSpPr>
          <p:spPr>
            <a:xfrm>
              <a:off x="551660" y="4082588"/>
              <a:ext cx="2664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sz="1200" dirty="0"/>
                <a:t>C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F0ABB8E1-B602-757D-C6C5-114131BE583A}"/>
                </a:ext>
              </a:extLst>
            </p:cNvPr>
            <p:cNvSpPr txBox="1"/>
            <p:nvPr/>
          </p:nvSpPr>
          <p:spPr>
            <a:xfrm>
              <a:off x="1737413" y="4905897"/>
              <a:ext cx="25680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sz="1100" dirty="0"/>
                <a:t>0</a:t>
              </a:r>
              <a:endParaRPr lang="en-TR" dirty="0"/>
            </a:p>
          </p:txBody>
        </p:sp>
      </p:grpSp>
      <p:sp>
        <p:nvSpPr>
          <p:cNvPr id="93" name="TextBox 92">
            <a:extLst>
              <a:ext uri="{FF2B5EF4-FFF2-40B4-BE49-F238E27FC236}">
                <a16:creationId xmlns:a16="http://schemas.microsoft.com/office/drawing/2014/main" id="{4BD874DA-DB22-B081-D29B-FA939E159C9C}"/>
              </a:ext>
            </a:extLst>
          </p:cNvPr>
          <p:cNvSpPr txBox="1"/>
          <p:nvPr/>
        </p:nvSpPr>
        <p:spPr>
          <a:xfrm>
            <a:off x="5780610" y="3213925"/>
            <a:ext cx="2311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sz="1100" dirty="0"/>
              <a:t>t</a:t>
            </a:r>
          </a:p>
        </p:txBody>
      </p:sp>
      <p:sp>
        <p:nvSpPr>
          <p:cNvPr id="95" name="Freeform 94">
            <a:extLst>
              <a:ext uri="{FF2B5EF4-FFF2-40B4-BE49-F238E27FC236}">
                <a16:creationId xmlns:a16="http://schemas.microsoft.com/office/drawing/2014/main" id="{4A5B8883-79CA-A0EE-59EA-E387285EC626}"/>
              </a:ext>
            </a:extLst>
          </p:cNvPr>
          <p:cNvSpPr/>
          <p:nvPr/>
        </p:nvSpPr>
        <p:spPr>
          <a:xfrm>
            <a:off x="4580446" y="2178699"/>
            <a:ext cx="2492651" cy="1019290"/>
          </a:xfrm>
          <a:custGeom>
            <a:avLst/>
            <a:gdLst>
              <a:gd name="connsiteX0" fmla="*/ 0 w 2612571"/>
              <a:gd name="connsiteY0" fmla="*/ 1012372 h 1387930"/>
              <a:gd name="connsiteX1" fmla="*/ 579664 w 2612571"/>
              <a:gd name="connsiteY1" fmla="*/ 938894 h 1387930"/>
              <a:gd name="connsiteX2" fmla="*/ 1240971 w 2612571"/>
              <a:gd name="connsiteY2" fmla="*/ 1 h 1387930"/>
              <a:gd name="connsiteX3" fmla="*/ 1787979 w 2612571"/>
              <a:gd name="connsiteY3" fmla="*/ 930730 h 1387930"/>
              <a:gd name="connsiteX4" fmla="*/ 2612571 w 2612571"/>
              <a:gd name="connsiteY4" fmla="*/ 1387930 h 1387930"/>
              <a:gd name="connsiteX0" fmla="*/ 0 w 2792185"/>
              <a:gd name="connsiteY0" fmla="*/ 1404258 h 1409620"/>
              <a:gd name="connsiteX1" fmla="*/ 759278 w 2792185"/>
              <a:gd name="connsiteY1" fmla="*/ 938894 h 1409620"/>
              <a:gd name="connsiteX2" fmla="*/ 1420585 w 2792185"/>
              <a:gd name="connsiteY2" fmla="*/ 1 h 1409620"/>
              <a:gd name="connsiteX3" fmla="*/ 1967593 w 2792185"/>
              <a:gd name="connsiteY3" fmla="*/ 930730 h 1409620"/>
              <a:gd name="connsiteX4" fmla="*/ 2792185 w 2792185"/>
              <a:gd name="connsiteY4" fmla="*/ 1387930 h 1409620"/>
              <a:gd name="connsiteX0" fmla="*/ 0 w 2792185"/>
              <a:gd name="connsiteY0" fmla="*/ 1004212 h 1008673"/>
              <a:gd name="connsiteX1" fmla="*/ 759278 w 2792185"/>
              <a:gd name="connsiteY1" fmla="*/ 538848 h 1008673"/>
              <a:gd name="connsiteX2" fmla="*/ 1453242 w 2792185"/>
              <a:gd name="connsiteY2" fmla="*/ 5 h 1008673"/>
              <a:gd name="connsiteX3" fmla="*/ 1967593 w 2792185"/>
              <a:gd name="connsiteY3" fmla="*/ 530684 h 1008673"/>
              <a:gd name="connsiteX4" fmla="*/ 2792185 w 2792185"/>
              <a:gd name="connsiteY4" fmla="*/ 987884 h 1008673"/>
              <a:gd name="connsiteX0" fmla="*/ 0 w 2588078"/>
              <a:gd name="connsiteY0" fmla="*/ 1004212 h 1077691"/>
              <a:gd name="connsiteX1" fmla="*/ 759278 w 2588078"/>
              <a:gd name="connsiteY1" fmla="*/ 538848 h 1077691"/>
              <a:gd name="connsiteX2" fmla="*/ 1453242 w 2588078"/>
              <a:gd name="connsiteY2" fmla="*/ 5 h 1077691"/>
              <a:gd name="connsiteX3" fmla="*/ 1967593 w 2588078"/>
              <a:gd name="connsiteY3" fmla="*/ 530684 h 1077691"/>
              <a:gd name="connsiteX4" fmla="*/ 2588078 w 2588078"/>
              <a:gd name="connsiteY4" fmla="*/ 1077691 h 1077691"/>
              <a:gd name="connsiteX0" fmla="*/ 0 w 2318657"/>
              <a:gd name="connsiteY0" fmla="*/ 1020541 h 1077691"/>
              <a:gd name="connsiteX1" fmla="*/ 489857 w 2318657"/>
              <a:gd name="connsiteY1" fmla="*/ 538848 h 1077691"/>
              <a:gd name="connsiteX2" fmla="*/ 1183821 w 2318657"/>
              <a:gd name="connsiteY2" fmla="*/ 5 h 1077691"/>
              <a:gd name="connsiteX3" fmla="*/ 1698172 w 2318657"/>
              <a:gd name="connsiteY3" fmla="*/ 530684 h 1077691"/>
              <a:gd name="connsiteX4" fmla="*/ 2318657 w 2318657"/>
              <a:gd name="connsiteY4" fmla="*/ 1077691 h 1077691"/>
              <a:gd name="connsiteX0" fmla="*/ 0 w 2318657"/>
              <a:gd name="connsiteY0" fmla="*/ 1020607 h 1077757"/>
              <a:gd name="connsiteX1" fmla="*/ 669472 w 2318657"/>
              <a:gd name="connsiteY1" fmla="*/ 563407 h 1077757"/>
              <a:gd name="connsiteX2" fmla="*/ 1183821 w 2318657"/>
              <a:gd name="connsiteY2" fmla="*/ 71 h 1077757"/>
              <a:gd name="connsiteX3" fmla="*/ 1698172 w 2318657"/>
              <a:gd name="connsiteY3" fmla="*/ 530750 h 1077757"/>
              <a:gd name="connsiteX4" fmla="*/ 2318657 w 2318657"/>
              <a:gd name="connsiteY4" fmla="*/ 1077757 h 1077757"/>
              <a:gd name="connsiteX0" fmla="*/ 0 w 2318657"/>
              <a:gd name="connsiteY0" fmla="*/ 914510 h 971660"/>
              <a:gd name="connsiteX1" fmla="*/ 669472 w 2318657"/>
              <a:gd name="connsiteY1" fmla="*/ 457310 h 971660"/>
              <a:gd name="connsiteX2" fmla="*/ 1200150 w 2318657"/>
              <a:gd name="connsiteY2" fmla="*/ 110 h 971660"/>
              <a:gd name="connsiteX3" fmla="*/ 1698172 w 2318657"/>
              <a:gd name="connsiteY3" fmla="*/ 424653 h 971660"/>
              <a:gd name="connsiteX4" fmla="*/ 2318657 w 2318657"/>
              <a:gd name="connsiteY4" fmla="*/ 971660 h 971660"/>
              <a:gd name="connsiteX0" fmla="*/ 0 w 2318657"/>
              <a:gd name="connsiteY0" fmla="*/ 914920 h 972070"/>
              <a:gd name="connsiteX1" fmla="*/ 742951 w 2318657"/>
              <a:gd name="connsiteY1" fmla="*/ 498541 h 972070"/>
              <a:gd name="connsiteX2" fmla="*/ 1200150 w 2318657"/>
              <a:gd name="connsiteY2" fmla="*/ 520 h 972070"/>
              <a:gd name="connsiteX3" fmla="*/ 1698172 w 2318657"/>
              <a:gd name="connsiteY3" fmla="*/ 425063 h 972070"/>
              <a:gd name="connsiteX4" fmla="*/ 2318657 w 2318657"/>
              <a:gd name="connsiteY4" fmla="*/ 972070 h 972070"/>
              <a:gd name="connsiteX0" fmla="*/ 0 w 2318657"/>
              <a:gd name="connsiteY0" fmla="*/ 914463 h 971613"/>
              <a:gd name="connsiteX1" fmla="*/ 742951 w 2318657"/>
              <a:gd name="connsiteY1" fmla="*/ 498084 h 971613"/>
              <a:gd name="connsiteX2" fmla="*/ 1200150 w 2318657"/>
              <a:gd name="connsiteY2" fmla="*/ 63 h 971613"/>
              <a:gd name="connsiteX3" fmla="*/ 1657351 w 2318657"/>
              <a:gd name="connsiteY3" fmla="*/ 530742 h 971613"/>
              <a:gd name="connsiteX4" fmla="*/ 2318657 w 2318657"/>
              <a:gd name="connsiteY4" fmla="*/ 971613 h 971613"/>
              <a:gd name="connsiteX0" fmla="*/ 0 w 2318657"/>
              <a:gd name="connsiteY0" fmla="*/ 1069566 h 1126716"/>
              <a:gd name="connsiteX1" fmla="*/ 742951 w 2318657"/>
              <a:gd name="connsiteY1" fmla="*/ 653187 h 1126716"/>
              <a:gd name="connsiteX2" fmla="*/ 1200150 w 2318657"/>
              <a:gd name="connsiteY2" fmla="*/ 45 h 1126716"/>
              <a:gd name="connsiteX3" fmla="*/ 1657351 w 2318657"/>
              <a:gd name="connsiteY3" fmla="*/ 685845 h 1126716"/>
              <a:gd name="connsiteX4" fmla="*/ 2318657 w 2318657"/>
              <a:gd name="connsiteY4" fmla="*/ 1126716 h 1126716"/>
              <a:gd name="connsiteX0" fmla="*/ 0 w 2318657"/>
              <a:gd name="connsiteY0" fmla="*/ 1069547 h 1126697"/>
              <a:gd name="connsiteX1" fmla="*/ 661308 w 2318657"/>
              <a:gd name="connsiteY1" fmla="*/ 661333 h 1126697"/>
              <a:gd name="connsiteX2" fmla="*/ 1200150 w 2318657"/>
              <a:gd name="connsiteY2" fmla="*/ 26 h 1126697"/>
              <a:gd name="connsiteX3" fmla="*/ 1657351 w 2318657"/>
              <a:gd name="connsiteY3" fmla="*/ 685826 h 1126697"/>
              <a:gd name="connsiteX4" fmla="*/ 2318657 w 2318657"/>
              <a:gd name="connsiteY4" fmla="*/ 1126697 h 1126697"/>
              <a:gd name="connsiteX0" fmla="*/ 0 w 2318657"/>
              <a:gd name="connsiteY0" fmla="*/ 1069547 h 1126697"/>
              <a:gd name="connsiteX1" fmla="*/ 661308 w 2318657"/>
              <a:gd name="connsiteY1" fmla="*/ 661333 h 1126697"/>
              <a:gd name="connsiteX2" fmla="*/ 1200150 w 2318657"/>
              <a:gd name="connsiteY2" fmla="*/ 26 h 1126697"/>
              <a:gd name="connsiteX3" fmla="*/ 1779816 w 2318657"/>
              <a:gd name="connsiteY3" fmla="*/ 685826 h 1126697"/>
              <a:gd name="connsiteX4" fmla="*/ 2318657 w 2318657"/>
              <a:gd name="connsiteY4" fmla="*/ 1126697 h 1126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18657" h="1126697">
                <a:moveTo>
                  <a:pt x="0" y="1069547"/>
                </a:moveTo>
                <a:cubicBezTo>
                  <a:pt x="186417" y="1117172"/>
                  <a:pt x="461283" y="839586"/>
                  <a:pt x="661308" y="661333"/>
                </a:cubicBezTo>
                <a:cubicBezTo>
                  <a:pt x="861333" y="483080"/>
                  <a:pt x="1013732" y="-4056"/>
                  <a:pt x="1200150" y="26"/>
                </a:cubicBezTo>
                <a:cubicBezTo>
                  <a:pt x="1386568" y="4108"/>
                  <a:pt x="1551216" y="454504"/>
                  <a:pt x="1779816" y="685826"/>
                </a:cubicBezTo>
                <a:cubicBezTo>
                  <a:pt x="2008416" y="917148"/>
                  <a:pt x="2177143" y="1079072"/>
                  <a:pt x="2318657" y="1126697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FB789AA0-D5C0-729F-5389-0C37338D3B32}"/>
              </a:ext>
            </a:extLst>
          </p:cNvPr>
          <p:cNvSpPr/>
          <p:nvPr/>
        </p:nvSpPr>
        <p:spPr>
          <a:xfrm>
            <a:off x="3458438" y="2993885"/>
            <a:ext cx="1257814" cy="31992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9D963FD6-903B-90F4-B4E9-797D1E566175}"/>
              </a:ext>
            </a:extLst>
          </p:cNvPr>
          <p:cNvSpPr txBox="1"/>
          <p:nvPr/>
        </p:nvSpPr>
        <p:spPr>
          <a:xfrm>
            <a:off x="4387727" y="2356079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sz="1200" dirty="0"/>
              <a:t>C</a:t>
            </a:r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0CF671B0-732C-CFA2-AFF5-0BD93CF6695A}"/>
              </a:ext>
            </a:extLst>
          </p:cNvPr>
          <p:cNvGrpSpPr/>
          <p:nvPr/>
        </p:nvGrpSpPr>
        <p:grpSpPr>
          <a:xfrm>
            <a:off x="4387727" y="3757980"/>
            <a:ext cx="2644377" cy="1587470"/>
            <a:chOff x="4387727" y="3573016"/>
            <a:chExt cx="2644377" cy="1587470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F11EF07E-050F-FADA-55FC-E7E623874EC1}"/>
                </a:ext>
              </a:extLst>
            </p:cNvPr>
            <p:cNvGrpSpPr/>
            <p:nvPr/>
          </p:nvGrpSpPr>
          <p:grpSpPr>
            <a:xfrm>
              <a:off x="4727848" y="3573016"/>
              <a:ext cx="2304256" cy="1296144"/>
              <a:chOff x="839416" y="1844824"/>
              <a:chExt cx="2304256" cy="1296144"/>
            </a:xfrm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BEBD7E9C-2356-F303-06BD-0FAD6A77BC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9416" y="1844824"/>
                <a:ext cx="0" cy="1296144"/>
              </a:xfrm>
              <a:prstGeom prst="line">
                <a:avLst/>
              </a:prstGeom>
              <a:ln w="254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244D9089-89E9-FCBB-A889-4DB8BBC280E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9416" y="3140968"/>
                <a:ext cx="2304256" cy="0"/>
              </a:xfrm>
              <a:prstGeom prst="line">
                <a:avLst/>
              </a:prstGeom>
              <a:ln w="254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C6785B69-5B67-DD3D-6A0C-1C2553B123ED}"/>
                </a:ext>
              </a:extLst>
            </p:cNvPr>
            <p:cNvSpPr/>
            <p:nvPr/>
          </p:nvSpPr>
          <p:spPr>
            <a:xfrm>
              <a:off x="4716252" y="3966352"/>
              <a:ext cx="2310808" cy="897888"/>
            </a:xfrm>
            <a:custGeom>
              <a:avLst/>
              <a:gdLst>
                <a:gd name="connsiteX0" fmla="*/ 0 w 2083981"/>
                <a:gd name="connsiteY0" fmla="*/ 956931 h 956931"/>
                <a:gd name="connsiteX1" fmla="*/ 666307 w 2083981"/>
                <a:gd name="connsiteY1" fmla="*/ 474921 h 956931"/>
                <a:gd name="connsiteX2" fmla="*/ 1339702 w 2083981"/>
                <a:gd name="connsiteY2" fmla="*/ 92149 h 956931"/>
                <a:gd name="connsiteX3" fmla="*/ 2083981 w 2083981"/>
                <a:gd name="connsiteY3" fmla="*/ 0 h 956931"/>
                <a:gd name="connsiteX0" fmla="*/ 0 w 2083981"/>
                <a:gd name="connsiteY0" fmla="*/ 956931 h 956931"/>
                <a:gd name="connsiteX1" fmla="*/ 772633 w 2083981"/>
                <a:gd name="connsiteY1" fmla="*/ 531628 h 956931"/>
                <a:gd name="connsiteX2" fmla="*/ 1339702 w 2083981"/>
                <a:gd name="connsiteY2" fmla="*/ 92149 h 956931"/>
                <a:gd name="connsiteX3" fmla="*/ 2083981 w 2083981"/>
                <a:gd name="connsiteY3" fmla="*/ 0 h 956931"/>
                <a:gd name="connsiteX0" fmla="*/ 0 w 2083981"/>
                <a:gd name="connsiteY0" fmla="*/ 956931 h 956931"/>
                <a:gd name="connsiteX1" fmla="*/ 715926 w 2083981"/>
                <a:gd name="connsiteY1" fmla="*/ 623776 h 956931"/>
                <a:gd name="connsiteX2" fmla="*/ 1339702 w 2083981"/>
                <a:gd name="connsiteY2" fmla="*/ 92149 h 956931"/>
                <a:gd name="connsiteX3" fmla="*/ 2083981 w 2083981"/>
                <a:gd name="connsiteY3" fmla="*/ 0 h 956931"/>
                <a:gd name="connsiteX0" fmla="*/ 0 w 2133599"/>
                <a:gd name="connsiteY0" fmla="*/ 900224 h 900224"/>
                <a:gd name="connsiteX1" fmla="*/ 715926 w 2133599"/>
                <a:gd name="connsiteY1" fmla="*/ 567069 h 900224"/>
                <a:gd name="connsiteX2" fmla="*/ 1339702 w 2133599"/>
                <a:gd name="connsiteY2" fmla="*/ 35442 h 900224"/>
                <a:gd name="connsiteX3" fmla="*/ 2133599 w 2133599"/>
                <a:gd name="connsiteY3" fmla="*/ 0 h 900224"/>
                <a:gd name="connsiteX0" fmla="*/ 0 w 2310808"/>
                <a:gd name="connsiteY0" fmla="*/ 897888 h 897888"/>
                <a:gd name="connsiteX1" fmla="*/ 715926 w 2310808"/>
                <a:gd name="connsiteY1" fmla="*/ 564733 h 897888"/>
                <a:gd name="connsiteX2" fmla="*/ 1339702 w 2310808"/>
                <a:gd name="connsiteY2" fmla="*/ 33106 h 897888"/>
                <a:gd name="connsiteX3" fmla="*/ 2310808 w 2310808"/>
                <a:gd name="connsiteY3" fmla="*/ 4752 h 897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10808" h="897888">
                  <a:moveTo>
                    <a:pt x="0" y="897888"/>
                  </a:moveTo>
                  <a:cubicBezTo>
                    <a:pt x="221511" y="728948"/>
                    <a:pt x="492642" y="708863"/>
                    <a:pt x="715926" y="564733"/>
                  </a:cubicBezTo>
                  <a:cubicBezTo>
                    <a:pt x="939210" y="420603"/>
                    <a:pt x="1103423" y="112260"/>
                    <a:pt x="1339702" y="33106"/>
                  </a:cubicBezTo>
                  <a:cubicBezTo>
                    <a:pt x="1575981" y="-46048"/>
                    <a:pt x="2139506" y="47282"/>
                    <a:pt x="2310808" y="4752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 dirty="0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D7C0D483-6996-A5DD-1A6C-7180D7780604}"/>
                </a:ext>
              </a:extLst>
            </p:cNvPr>
            <p:cNvSpPr txBox="1"/>
            <p:nvPr/>
          </p:nvSpPr>
          <p:spPr>
            <a:xfrm>
              <a:off x="5826772" y="4898876"/>
              <a:ext cx="23115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sz="1100" dirty="0"/>
                <a:t>t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3A3C1AF9-F93C-D9D2-8055-41F51F8FC10A}"/>
                </a:ext>
              </a:extLst>
            </p:cNvPr>
            <p:cNvSpPr txBox="1"/>
            <p:nvPr/>
          </p:nvSpPr>
          <p:spPr>
            <a:xfrm>
              <a:off x="4387727" y="4085012"/>
              <a:ext cx="2664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sz="1200" dirty="0"/>
                <a:t>C</a:t>
              </a:r>
            </a:p>
          </p:txBody>
        </p:sp>
      </p:grpSp>
      <p:sp>
        <p:nvSpPr>
          <p:cNvPr id="102" name="TextBox 101">
            <a:extLst>
              <a:ext uri="{FF2B5EF4-FFF2-40B4-BE49-F238E27FC236}">
                <a16:creationId xmlns:a16="http://schemas.microsoft.com/office/drawing/2014/main" id="{A61BF9BB-DC80-A557-D6DA-FC0C579B5269}"/>
              </a:ext>
            </a:extLst>
          </p:cNvPr>
          <p:cNvSpPr txBox="1"/>
          <p:nvPr/>
        </p:nvSpPr>
        <p:spPr>
          <a:xfrm>
            <a:off x="1335860" y="1496444"/>
            <a:ext cx="10150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sz="1100" dirty="0"/>
              <a:t>Pulse Injection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5733FB3-156E-7F9A-B6F8-5E68BD7D0F74}"/>
              </a:ext>
            </a:extLst>
          </p:cNvPr>
          <p:cNvSpPr txBox="1"/>
          <p:nvPr/>
        </p:nvSpPr>
        <p:spPr>
          <a:xfrm>
            <a:off x="1380744" y="3489349"/>
            <a:ext cx="97013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sz="1100" dirty="0"/>
              <a:t>Step Injection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1F8153AC-6435-A93B-51E6-2907E1D3159E}"/>
              </a:ext>
            </a:extLst>
          </p:cNvPr>
          <p:cNvSpPr txBox="1"/>
          <p:nvPr/>
        </p:nvSpPr>
        <p:spPr>
          <a:xfrm>
            <a:off x="5457280" y="3495584"/>
            <a:ext cx="101983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sz="1100" dirty="0"/>
              <a:t>Step Response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F9859019-C285-6576-74BC-0FF82EF5B261}"/>
              </a:ext>
            </a:extLst>
          </p:cNvPr>
          <p:cNvSpPr txBox="1"/>
          <p:nvPr/>
        </p:nvSpPr>
        <p:spPr>
          <a:xfrm>
            <a:off x="5316855" y="1502121"/>
            <a:ext cx="10679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sz="1100" dirty="0"/>
              <a:t>Pulse Response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CC900D1-9C08-7A2B-7D6C-502BDEDF74EA}"/>
              </a:ext>
            </a:extLst>
          </p:cNvPr>
          <p:cNvSpPr/>
          <p:nvPr/>
        </p:nvSpPr>
        <p:spPr>
          <a:xfrm>
            <a:off x="6295185" y="3161244"/>
            <a:ext cx="1257814" cy="32810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BEED8C84-C36F-98A1-0E5E-D85827BB8390}"/>
              </a:ext>
            </a:extLst>
          </p:cNvPr>
          <p:cNvSpPr/>
          <p:nvPr/>
        </p:nvSpPr>
        <p:spPr>
          <a:xfrm>
            <a:off x="6933467" y="4037050"/>
            <a:ext cx="216024" cy="29354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64060226-9485-6554-E090-94578A8ABB80}"/>
              </a:ext>
            </a:extLst>
          </p:cNvPr>
          <p:cNvCxnSpPr/>
          <p:nvPr/>
        </p:nvCxnSpPr>
        <p:spPr>
          <a:xfrm>
            <a:off x="6240016" y="2276872"/>
            <a:ext cx="684076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37259C59-F881-4475-37DA-E7046AF1B9B7}"/>
              </a:ext>
            </a:extLst>
          </p:cNvPr>
          <p:cNvSpPr txBox="1"/>
          <p:nvPr/>
        </p:nvSpPr>
        <p:spPr>
          <a:xfrm>
            <a:off x="6924092" y="2111669"/>
            <a:ext cx="75854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sz="1100" dirty="0"/>
              <a:t>C(t) Curve</a:t>
            </a:r>
          </a:p>
        </p:txBody>
      </p:sp>
    </p:spTree>
    <p:extLst>
      <p:ext uri="{BB962C8B-B14F-4D97-AF65-F5344CB8AC3E}">
        <p14:creationId xmlns:p14="http://schemas.microsoft.com/office/powerpoint/2010/main" val="15337924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95AFB44F-4521-4752-565B-D584393B12DC}"/>
              </a:ext>
            </a:extLst>
          </p:cNvPr>
          <p:cNvSpPr txBox="1"/>
          <p:nvPr/>
        </p:nvSpPr>
        <p:spPr>
          <a:xfrm>
            <a:off x="0" y="341397"/>
            <a:ext cx="900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  <a:r>
              <a:rPr lang="en-TR" dirty="0"/>
              <a:t>iff cap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80E949D-284B-BCFB-6629-925B452E67B2}"/>
              </a:ext>
            </a:extLst>
          </p:cNvPr>
          <p:cNvGrpSpPr/>
          <p:nvPr/>
        </p:nvGrpSpPr>
        <p:grpSpPr>
          <a:xfrm>
            <a:off x="1075492" y="3789040"/>
            <a:ext cx="3764916" cy="2559996"/>
            <a:chOff x="4962865" y="1068181"/>
            <a:chExt cx="3764916" cy="2559996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EE7A6E88-49EE-A994-B2D5-362E2DC505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62865" y="1311757"/>
              <a:ext cx="3764916" cy="231642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CE1F522-4B4A-EBBD-664E-1EF5823E6949}"/>
                </a:ext>
              </a:extLst>
            </p:cNvPr>
            <p:cNvSpPr txBox="1"/>
            <p:nvPr/>
          </p:nvSpPr>
          <p:spPr>
            <a:xfrm>
              <a:off x="5015061" y="1068181"/>
              <a:ext cx="34817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  <a:endParaRPr lang="en-T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93D60E5-90CC-AD11-3D0A-1B0392EF32C6}"/>
              </a:ext>
            </a:extLst>
          </p:cNvPr>
          <p:cNvGrpSpPr/>
          <p:nvPr/>
        </p:nvGrpSpPr>
        <p:grpSpPr>
          <a:xfrm>
            <a:off x="911830" y="1050371"/>
            <a:ext cx="3960034" cy="2666661"/>
            <a:chOff x="911830" y="1050371"/>
            <a:chExt cx="3930442" cy="2553859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E320F8B-61CE-87B0-E1AC-C048E6E1EC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1830" y="1287810"/>
              <a:ext cx="3930442" cy="231642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9C06AF5-D8D5-72A9-E7FC-0666AB41A450}"/>
                </a:ext>
              </a:extLst>
            </p:cNvPr>
            <p:cNvSpPr txBox="1"/>
            <p:nvPr/>
          </p:nvSpPr>
          <p:spPr>
            <a:xfrm>
              <a:off x="1055440" y="1050371"/>
              <a:ext cx="34015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(a)</a:t>
              </a:r>
              <a:endParaRPr lang="en-T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2E88F4F-F1FB-6954-8B7E-03E92F36836D}"/>
              </a:ext>
            </a:extLst>
          </p:cNvPr>
          <p:cNvGrpSpPr/>
          <p:nvPr/>
        </p:nvGrpSpPr>
        <p:grpSpPr>
          <a:xfrm>
            <a:off x="6744072" y="2708920"/>
            <a:ext cx="3816424" cy="2581570"/>
            <a:chOff x="3106849" y="3723416"/>
            <a:chExt cx="3816424" cy="258157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40E5512-E810-2706-4DC6-B2CDF7CD2769}"/>
                </a:ext>
              </a:extLst>
            </p:cNvPr>
            <p:cNvSpPr txBox="1"/>
            <p:nvPr/>
          </p:nvSpPr>
          <p:spPr>
            <a:xfrm>
              <a:off x="3215680" y="3723416"/>
              <a:ext cx="34015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(c)</a:t>
              </a:r>
              <a:endParaRPr lang="en-T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757F20F0-E814-B917-952D-9769914ABDF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06849" y="3985026"/>
              <a:ext cx="3816424" cy="23199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028729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79BFC486-8803-FEC8-53F2-951C9B0E0DA0}"/>
              </a:ext>
            </a:extLst>
          </p:cNvPr>
          <p:cNvGrpSpPr/>
          <p:nvPr/>
        </p:nvGrpSpPr>
        <p:grpSpPr>
          <a:xfrm>
            <a:off x="1079225" y="699731"/>
            <a:ext cx="4372453" cy="2815755"/>
            <a:chOff x="1079225" y="699731"/>
            <a:chExt cx="4372453" cy="281575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F0CE49A-E38E-2AFB-EF24-BF48F92705B3}"/>
                </a:ext>
              </a:extLst>
            </p:cNvPr>
            <p:cNvSpPr txBox="1"/>
            <p:nvPr/>
          </p:nvSpPr>
          <p:spPr>
            <a:xfrm>
              <a:off x="1271464" y="699731"/>
              <a:ext cx="34015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(a)</a:t>
              </a:r>
              <a:endParaRPr lang="en-T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C5E7B86-87BA-7B31-FA31-4E6FFD51AD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9225" y="956645"/>
              <a:ext cx="4372453" cy="2558841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38B5928-15DC-CA21-36B9-9A14D3EE1BC6}"/>
              </a:ext>
            </a:extLst>
          </p:cNvPr>
          <p:cNvGrpSpPr/>
          <p:nvPr/>
        </p:nvGrpSpPr>
        <p:grpSpPr>
          <a:xfrm>
            <a:off x="3265451" y="3567668"/>
            <a:ext cx="4207014" cy="2800646"/>
            <a:chOff x="3265451" y="3567668"/>
            <a:chExt cx="4207014" cy="2800646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917DD7F9-1880-2261-78CA-49D0A35C09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65451" y="3812440"/>
              <a:ext cx="4207014" cy="2555874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1428E60-DCA0-8B25-7E94-6A91ED18BC1C}"/>
                </a:ext>
              </a:extLst>
            </p:cNvPr>
            <p:cNvSpPr txBox="1"/>
            <p:nvPr/>
          </p:nvSpPr>
          <p:spPr>
            <a:xfrm>
              <a:off x="3359696" y="3567668"/>
              <a:ext cx="34015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(c)</a:t>
              </a:r>
              <a:endParaRPr lang="en-T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202E85C3-A903-9C66-F03A-B770A8463290}"/>
              </a:ext>
            </a:extLst>
          </p:cNvPr>
          <p:cNvSpPr txBox="1"/>
          <p:nvPr/>
        </p:nvSpPr>
        <p:spPr>
          <a:xfrm>
            <a:off x="27647" y="376127"/>
            <a:ext cx="487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MS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93AFDC5-E213-D173-5306-F83B9C7ECBFC}"/>
              </a:ext>
            </a:extLst>
          </p:cNvPr>
          <p:cNvGrpSpPr/>
          <p:nvPr/>
        </p:nvGrpSpPr>
        <p:grpSpPr>
          <a:xfrm>
            <a:off x="5368958" y="717069"/>
            <a:ext cx="4336741" cy="2795450"/>
            <a:chOff x="5368958" y="717069"/>
            <a:chExt cx="4336741" cy="279545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6DA8347-2A4E-671C-E549-256B3634212D}"/>
                </a:ext>
              </a:extLst>
            </p:cNvPr>
            <p:cNvSpPr txBox="1"/>
            <p:nvPr/>
          </p:nvSpPr>
          <p:spPr>
            <a:xfrm>
              <a:off x="5519936" y="717069"/>
              <a:ext cx="34817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  <a:endParaRPr lang="en-T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AA2840D0-EC38-950C-83F8-79328A54F6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68958" y="956645"/>
              <a:ext cx="4336741" cy="25558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749773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FCE28E-56B4-3126-3182-DA93AA6DEA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92" y="620688"/>
            <a:ext cx="4392488" cy="3224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4233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34958F7-56B0-B0C2-23C7-F3DC92B90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488" y="1473682"/>
            <a:ext cx="4127933" cy="25202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893EFCB-0DC5-DF88-A370-5DEBE5A6E5FA}"/>
              </a:ext>
            </a:extLst>
          </p:cNvPr>
          <p:cNvSpPr txBox="1"/>
          <p:nvPr/>
        </p:nvSpPr>
        <p:spPr>
          <a:xfrm>
            <a:off x="124691" y="498764"/>
            <a:ext cx="545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2nd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55E94E-27AF-1936-6B9A-CE112CE11679}"/>
              </a:ext>
            </a:extLst>
          </p:cNvPr>
          <p:cNvSpPr txBox="1"/>
          <p:nvPr/>
        </p:nvSpPr>
        <p:spPr>
          <a:xfrm>
            <a:off x="1487488" y="1127596"/>
            <a:ext cx="34015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TR" sz="16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E6FF441-739A-2F63-C25F-836028534A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7688" y="4221088"/>
            <a:ext cx="4206955" cy="25202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D5CBA8B-7089-7A1F-FBD6-092C79B684A6}"/>
              </a:ext>
            </a:extLst>
          </p:cNvPr>
          <p:cNvSpPr txBox="1"/>
          <p:nvPr/>
        </p:nvSpPr>
        <p:spPr>
          <a:xfrm>
            <a:off x="5943029" y="1127596"/>
            <a:ext cx="3481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TR" sz="16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2095B7-C0D7-CC30-91B5-57AEE95ED558}"/>
              </a:ext>
            </a:extLst>
          </p:cNvPr>
          <p:cNvSpPr txBox="1"/>
          <p:nvPr/>
        </p:nvSpPr>
        <p:spPr>
          <a:xfrm>
            <a:off x="3377368" y="4013543"/>
            <a:ext cx="34015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  <a:endParaRPr lang="en-TR" sz="16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CB67627-2746-52D3-60E4-97C5D6083D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7967" y="1473681"/>
            <a:ext cx="4096251" cy="252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2087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C96462F-0091-95C9-6619-8500063A7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544" y="1683874"/>
            <a:ext cx="3854518" cy="23199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C35F572-1FE6-F821-31EF-7106CB341808}"/>
              </a:ext>
            </a:extLst>
          </p:cNvPr>
          <p:cNvSpPr txBox="1"/>
          <p:nvPr/>
        </p:nvSpPr>
        <p:spPr>
          <a:xfrm>
            <a:off x="6203839" y="1439198"/>
            <a:ext cx="3481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TR" sz="16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D7BE51-E561-A48A-954F-8ED173F3BC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008" y="1700808"/>
            <a:ext cx="3816424" cy="23199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CF7D177-6B37-661B-ADBC-469251F6D3B0}"/>
              </a:ext>
            </a:extLst>
          </p:cNvPr>
          <p:cNvSpPr txBox="1"/>
          <p:nvPr/>
        </p:nvSpPr>
        <p:spPr>
          <a:xfrm>
            <a:off x="1993504" y="1420799"/>
            <a:ext cx="34015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TR" sz="16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138975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06,4179"/>
  <p:tag name="ORIGINALWIDTH" val="1453,926"/>
  <p:tag name="LATEXADDIN" val="\documentclass{article}&#10;\usepackage{amsmath}&#10;\pagestyle{empty}&#10;\begin{document}&#10;&#10;$&#10;\frac{\partial c_\mathrm{i}}{\partial t} = &#10;- \frac{\partial}{\partial z}u\,c_\mathrm{i}&#10;+ D_\mathrm{ax}\frac{\partial^2 c_\mathrm{i}}{\partial z^2}&#10;+ \sum\limits_\mathrm{j}\nu_\mathrm{ij}r_\mathrm{j}&#10;$&#10;&#10;&#10;\end{document}"/>
  <p:tag name="IGUANATEXSIZE" val="20"/>
  <p:tag name="IGUANATEXCURSOR" val="234"/>
</p:tagLst>
</file>

<file path=ppt/theme/theme1.xml><?xml version="1.0" encoding="utf-8"?>
<a:theme xmlns:a="http://schemas.openxmlformats.org/drawingml/2006/main" name="Larissa">
  <a:themeElements>
    <a:clrScheme name="Benutzerdefiniert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7D9AAA"/>
      </a:accent1>
      <a:accent2>
        <a:srgbClr val="A9A28D"/>
      </a:accent2>
      <a:accent3>
        <a:srgbClr val="DF6D07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E7293D8D-23E4-4682-94BD-B51C6C1AE10E}" vid="{F659027A-40BB-468E-82F1-3B1DF99A9B58}"/>
    </a:ext>
  </a:extLst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Larissa</Template>
  <TotalTime>42575</TotalTime>
  <Words>704</Words>
  <Application>Microsoft Macintosh PowerPoint</Application>
  <PresentationFormat>Widescreen</PresentationFormat>
  <Paragraphs>174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Calibri</vt:lpstr>
      <vt:lpstr>Cambria Math</vt:lpstr>
      <vt:lpstr>Symbol</vt:lpstr>
      <vt:lpstr>Times</vt:lpstr>
      <vt:lpstr>Times New Roman</vt:lpstr>
      <vt:lpstr>Larissa</vt:lpstr>
      <vt:lpstr>Machine Learning Approach for Predicting Residence Time Distribution Functions In A Plug Flow Reactor</vt:lpstr>
      <vt:lpstr>Experimental Set-up</vt:lpstr>
      <vt:lpstr>PowerPoint Presentation</vt:lpstr>
      <vt:lpstr>PowerPoint Presentation</vt:lpstr>
      <vt:lpstr>PowerPoint Presentation</vt:lpstr>
      <vt:lpstr>1. RTD </vt:lpstr>
      <vt:lpstr>Question:</vt:lpstr>
      <vt:lpstr>PowerPoint Presentation</vt:lpstr>
      <vt:lpstr>2. RTD</vt:lpstr>
      <vt:lpstr>2. RTD</vt:lpstr>
      <vt:lpstr>2. RTD</vt:lpstr>
      <vt:lpstr>4. RTD</vt:lpstr>
      <vt:lpstr>4. RTD</vt:lpstr>
      <vt:lpstr>Normalized RTD</vt:lpstr>
      <vt:lpstr>Parameter Variation</vt:lpstr>
      <vt:lpstr>Epoch </vt:lpstr>
      <vt:lpstr>Learning Rate</vt:lpstr>
      <vt:lpstr>Kernel size</vt:lpstr>
      <vt:lpstr>PowerPoint Presentation</vt:lpstr>
      <vt:lpstr>PowerPoint Presentation</vt:lpstr>
      <vt:lpstr>Thank you !</vt:lpstr>
      <vt:lpstr>Appendix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Tuana Oyuncu</dc:creator>
  <cp:lastModifiedBy>Tuana Oyuncu</cp:lastModifiedBy>
  <cp:revision>17</cp:revision>
  <cp:lastPrinted>2015-02-13T10:13:39Z</cp:lastPrinted>
  <dcterms:created xsi:type="dcterms:W3CDTF">2024-04-19T14:43:05Z</dcterms:created>
  <dcterms:modified xsi:type="dcterms:W3CDTF">2024-05-22T19:43:40Z</dcterms:modified>
</cp:coreProperties>
</file>